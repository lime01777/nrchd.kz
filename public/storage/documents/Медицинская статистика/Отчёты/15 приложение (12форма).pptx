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1"/>
  </p:notesMasterIdLst>
  <p:sldIdLst>
    <p:sldId id="419" r:id="rId2"/>
    <p:sldId id="529" r:id="rId3"/>
    <p:sldId id="530" r:id="rId4"/>
    <p:sldId id="541" r:id="rId5"/>
    <p:sldId id="545" r:id="rId6"/>
    <p:sldId id="536" r:id="rId7"/>
    <p:sldId id="546" r:id="rId8"/>
    <p:sldId id="547" r:id="rId9"/>
    <p:sldId id="437" r:id="rId10"/>
  </p:sldIdLst>
  <p:sldSz cx="9144000" cy="5143500" type="screen16x9"/>
  <p:notesSz cx="9928225" cy="6797675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CADB"/>
    <a:srgbClr val="2C7C89"/>
    <a:srgbClr val="31859C"/>
    <a:srgbClr val="8EB4E3"/>
    <a:srgbClr val="2F7A8D"/>
    <a:srgbClr val="369A9C"/>
    <a:srgbClr val="142434"/>
    <a:srgbClr val="000066"/>
    <a:srgbClr val="6666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-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5884" autoAdjust="0"/>
  </p:normalViewPr>
  <p:slideViewPr>
    <p:cSldViewPr>
      <p:cViewPr varScale="1">
        <p:scale>
          <a:sx n="141" d="100"/>
          <a:sy n="141" d="100"/>
        </p:scale>
        <p:origin x="102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487F56-0BD9-4C53-B83F-CC92ABFF908C}" type="doc">
      <dgm:prSet loTypeId="urn:microsoft.com/office/officeart/2005/8/layout/process4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133F5859-44E7-4D8E-9F02-844D5A538A6B}">
      <dgm:prSet phldrT="[Текст]" custT="1"/>
      <dgm:spPr>
        <a:ln>
          <a:solidFill>
            <a:srgbClr val="2F7A8D"/>
          </a:solidFill>
        </a:ln>
      </dgm:spPr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ru-RU" sz="1200" b="1" i="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Приказ Министра здравоохранения </a:t>
          </a:r>
          <a:r>
            <a:rPr lang="ru-RU" sz="1200" b="1" i="1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Республики Казахстан от 23 октября 2020 года № ҚР ДСМ-149/2020.</a:t>
          </a: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ru-RU" sz="1200" b="1" i="1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«Об утверждении правил организации оказания медицинской помощи лицам с хроническими заболеваниями, периодичности и сроков наблюдения, обязательного минимума и кратности диагностических исследований».</a:t>
          </a:r>
          <a:endParaRPr lang="ru-RU" sz="1200" b="1" i="1" dirty="0">
            <a:solidFill>
              <a:srgbClr val="0070C0"/>
            </a:solidFill>
            <a:latin typeface="Century Gothic" panose="020B0502020202020204" pitchFamily="34" charset="0"/>
          </a:endParaRPr>
        </a:p>
      </dgm:t>
    </dgm:pt>
    <dgm:pt modelId="{855E19E0-EACE-4040-9BF6-2A0B24ADE127}" type="parTrans" cxnId="{4F58BDB1-E571-4190-B869-40FEA0A39650}">
      <dgm:prSet/>
      <dgm:spPr/>
      <dgm:t>
        <a:bodyPr/>
        <a:lstStyle/>
        <a:p>
          <a:endParaRPr lang="ru-RU"/>
        </a:p>
      </dgm:t>
    </dgm:pt>
    <dgm:pt modelId="{907EC143-78D3-4AD8-9D20-5A21B6DFADD3}" type="sibTrans" cxnId="{4F58BDB1-E571-4190-B869-40FEA0A39650}">
      <dgm:prSet/>
      <dgm:spPr/>
      <dgm:t>
        <a:bodyPr/>
        <a:lstStyle/>
        <a:p>
          <a:endParaRPr lang="ru-RU"/>
        </a:p>
      </dgm:t>
    </dgm:pt>
    <dgm:pt modelId="{10806A29-9503-411D-B9AA-C913E5894986}">
      <dgm:prSet phldrT="[Текст]" custT="1"/>
      <dgm:spPr>
        <a:ln>
          <a:solidFill>
            <a:srgbClr val="2F7A8D"/>
          </a:solidFill>
        </a:ln>
      </dgm:spPr>
      <dgm:t>
        <a:bodyPr/>
        <a:lstStyle/>
        <a:p>
          <a:pPr algn="ctr"/>
          <a:r>
            <a:rPr lang="ru-RU" sz="1400" b="0" dirty="0">
              <a:solidFill>
                <a:srgbClr val="0070C0"/>
              </a:solidFill>
              <a:latin typeface="Century Gothic" panose="020B0502020202020204" pitchFamily="34" charset="0"/>
              <a:cs typeface="Arial" panose="020B0604020202020204" pitchFamily="34" charset="0"/>
            </a:rPr>
            <a:t>графы №5 и №6 должны заполняться с учетом наличия диагнозов в приказах  </a:t>
          </a:r>
        </a:p>
      </dgm:t>
    </dgm:pt>
    <dgm:pt modelId="{C29F8F36-92AC-4A0A-A0CD-D7A5DBB83F35}" type="sibTrans" cxnId="{7DA8049D-6A8B-460C-A2D8-36BBA910F592}">
      <dgm:prSet/>
      <dgm:spPr/>
      <dgm:t>
        <a:bodyPr/>
        <a:lstStyle/>
        <a:p>
          <a:endParaRPr lang="ru-RU"/>
        </a:p>
      </dgm:t>
    </dgm:pt>
    <dgm:pt modelId="{6D45C867-D0EE-436B-A041-9ABB656DF109}" type="parTrans" cxnId="{7DA8049D-6A8B-460C-A2D8-36BBA910F592}">
      <dgm:prSet/>
      <dgm:spPr/>
      <dgm:t>
        <a:bodyPr/>
        <a:lstStyle/>
        <a:p>
          <a:endParaRPr lang="ru-RU"/>
        </a:p>
      </dgm:t>
    </dgm:pt>
    <dgm:pt modelId="{55149584-FF2B-4A51-B559-A2A5B2EA2494}">
      <dgm:prSet custT="1"/>
      <dgm:spPr/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ru-RU" sz="1200" b="1" i="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Приказ Министра здравоохранения Республики Казахстан от 23 сентября 2020 года № ҚР ДСМ-108/2020. </a:t>
          </a: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ru-RU" sz="1200" b="1" i="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«Об утверждении перечня социально значимых заболеваний»</a:t>
          </a:r>
        </a:p>
      </dgm:t>
    </dgm:pt>
    <dgm:pt modelId="{C12589C0-B3F5-4563-9975-BA3256EB6024}" type="parTrans" cxnId="{6814BB9E-76E7-4779-8D30-581127B3DF0B}">
      <dgm:prSet/>
      <dgm:spPr/>
      <dgm:t>
        <a:bodyPr/>
        <a:lstStyle/>
        <a:p>
          <a:endParaRPr lang="ru-RU"/>
        </a:p>
      </dgm:t>
    </dgm:pt>
    <dgm:pt modelId="{5BDF768F-45C6-468B-8D82-C5A9B796F3F9}" type="sibTrans" cxnId="{6814BB9E-76E7-4779-8D30-581127B3DF0B}">
      <dgm:prSet/>
      <dgm:spPr/>
      <dgm:t>
        <a:bodyPr/>
        <a:lstStyle/>
        <a:p>
          <a:endParaRPr lang="ru-RU"/>
        </a:p>
      </dgm:t>
    </dgm:pt>
    <dgm:pt modelId="{F099526A-4651-43EC-9DF4-1D9DC958A29F}">
      <dgm:prSet custT="1"/>
      <dgm:spPr/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ru-RU" sz="1200" b="1" i="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Приказ Министра здравоохранения Республики Казахстан от 23 сентября 2020 года № ҚР ДСМ-109/2020</a:t>
          </a: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ru-RU" sz="1200" b="1" i="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 «Об утверждении перечня хронических заболеваний, подлежащих динамическому наблюдению»</a:t>
          </a:r>
        </a:p>
      </dgm:t>
    </dgm:pt>
    <dgm:pt modelId="{CC886554-DF8E-4D72-BEE1-7E76DCEE3C36}" type="parTrans" cxnId="{5533AB21-E505-491F-85CB-A2B3239629F6}">
      <dgm:prSet/>
      <dgm:spPr/>
      <dgm:t>
        <a:bodyPr/>
        <a:lstStyle/>
        <a:p>
          <a:endParaRPr lang="ru-RU"/>
        </a:p>
      </dgm:t>
    </dgm:pt>
    <dgm:pt modelId="{AF35FC6A-E875-4ADE-A3DD-3BA2435A1E81}" type="sibTrans" cxnId="{5533AB21-E505-491F-85CB-A2B3239629F6}">
      <dgm:prSet/>
      <dgm:spPr/>
      <dgm:t>
        <a:bodyPr/>
        <a:lstStyle/>
        <a:p>
          <a:endParaRPr lang="ru-RU"/>
        </a:p>
      </dgm:t>
    </dgm:pt>
    <dgm:pt modelId="{0D366CBD-7BD9-41A1-8620-1B0709D6E944}" type="pres">
      <dgm:prSet presAssocID="{41487F56-0BD9-4C53-B83F-CC92ABFF908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EB8C58F-A1FC-47C3-A174-BF8D8AB68095}" type="pres">
      <dgm:prSet presAssocID="{10806A29-9503-411D-B9AA-C913E5894986}" presName="boxAndChildren" presStyleCnt="0"/>
      <dgm:spPr/>
    </dgm:pt>
    <dgm:pt modelId="{B90A81DA-3208-49F0-AEFF-CC2FA7E9ACBB}" type="pres">
      <dgm:prSet presAssocID="{10806A29-9503-411D-B9AA-C913E5894986}" presName="parentTextBox" presStyleLbl="node1" presStyleIdx="0" presStyleCnt="4" custLinFactY="29132" custLinFactNeighborX="1639" custLinFactNeighborY="100000"/>
      <dgm:spPr/>
      <dgm:t>
        <a:bodyPr/>
        <a:lstStyle/>
        <a:p>
          <a:endParaRPr lang="ru-RU"/>
        </a:p>
      </dgm:t>
    </dgm:pt>
    <dgm:pt modelId="{F9BC9E73-39D7-4DC8-84C4-B1B9313ADC57}" type="pres">
      <dgm:prSet presAssocID="{AF35FC6A-E875-4ADE-A3DD-3BA2435A1E81}" presName="sp" presStyleCnt="0"/>
      <dgm:spPr/>
    </dgm:pt>
    <dgm:pt modelId="{0E967A11-D1EE-42CB-9C39-E1FF98DA00E7}" type="pres">
      <dgm:prSet presAssocID="{F099526A-4651-43EC-9DF4-1D9DC958A29F}" presName="arrowAndChildren" presStyleCnt="0"/>
      <dgm:spPr/>
    </dgm:pt>
    <dgm:pt modelId="{2805B7C3-9985-403E-A003-14B80C4CA132}" type="pres">
      <dgm:prSet presAssocID="{F099526A-4651-43EC-9DF4-1D9DC958A29F}" presName="parentTextArrow" presStyleLbl="node1" presStyleIdx="1" presStyleCnt="4"/>
      <dgm:spPr/>
      <dgm:t>
        <a:bodyPr/>
        <a:lstStyle/>
        <a:p>
          <a:endParaRPr lang="ru-RU"/>
        </a:p>
      </dgm:t>
    </dgm:pt>
    <dgm:pt modelId="{3D0E626B-C66B-4B20-8C78-3EBFFBA07994}" type="pres">
      <dgm:prSet presAssocID="{5BDF768F-45C6-468B-8D82-C5A9B796F3F9}" presName="sp" presStyleCnt="0"/>
      <dgm:spPr/>
    </dgm:pt>
    <dgm:pt modelId="{4846E811-6924-41B7-BAC3-44CB01089596}" type="pres">
      <dgm:prSet presAssocID="{55149584-FF2B-4A51-B559-A2A5B2EA2494}" presName="arrowAndChildren" presStyleCnt="0"/>
      <dgm:spPr/>
    </dgm:pt>
    <dgm:pt modelId="{94A6F512-355B-473F-9E98-1366BA4A08C2}" type="pres">
      <dgm:prSet presAssocID="{55149584-FF2B-4A51-B559-A2A5B2EA2494}" presName="parentTextArrow" presStyleLbl="node1" presStyleIdx="2" presStyleCnt="4" custScaleY="78299"/>
      <dgm:spPr/>
      <dgm:t>
        <a:bodyPr/>
        <a:lstStyle/>
        <a:p>
          <a:endParaRPr lang="ru-RU"/>
        </a:p>
      </dgm:t>
    </dgm:pt>
    <dgm:pt modelId="{B3C43CAE-B540-4EBD-96DF-FEAFB8742F24}" type="pres">
      <dgm:prSet presAssocID="{907EC143-78D3-4AD8-9D20-5A21B6DFADD3}" presName="sp" presStyleCnt="0"/>
      <dgm:spPr/>
    </dgm:pt>
    <dgm:pt modelId="{6A40DD48-058B-497E-93E8-A2CBF249BD0F}" type="pres">
      <dgm:prSet presAssocID="{133F5859-44E7-4D8E-9F02-844D5A538A6B}" presName="arrowAndChildren" presStyleCnt="0"/>
      <dgm:spPr/>
    </dgm:pt>
    <dgm:pt modelId="{9E22E5F3-BD6F-4E03-BD47-AFD411249293}" type="pres">
      <dgm:prSet presAssocID="{133F5859-44E7-4D8E-9F02-844D5A538A6B}" presName="parentTextArrow" presStyleLbl="node1" presStyleIdx="3" presStyleCnt="4" custScaleY="147749"/>
      <dgm:spPr/>
      <dgm:t>
        <a:bodyPr/>
        <a:lstStyle/>
        <a:p>
          <a:endParaRPr lang="ru-RU"/>
        </a:p>
      </dgm:t>
    </dgm:pt>
  </dgm:ptLst>
  <dgm:cxnLst>
    <dgm:cxn modelId="{689180FB-E7B3-4CAD-B3E1-1890F320F1CC}" type="presOf" srcId="{10806A29-9503-411D-B9AA-C913E5894986}" destId="{B90A81DA-3208-49F0-AEFF-CC2FA7E9ACBB}" srcOrd="0" destOrd="0" presId="urn:microsoft.com/office/officeart/2005/8/layout/process4"/>
    <dgm:cxn modelId="{83A8997E-C18E-47C8-B247-111409BFD6DE}" type="presOf" srcId="{133F5859-44E7-4D8E-9F02-844D5A538A6B}" destId="{9E22E5F3-BD6F-4E03-BD47-AFD411249293}" srcOrd="0" destOrd="0" presId="urn:microsoft.com/office/officeart/2005/8/layout/process4"/>
    <dgm:cxn modelId="{61139770-30EA-41B3-827A-7EFD947DD1BF}" type="presOf" srcId="{55149584-FF2B-4A51-B559-A2A5B2EA2494}" destId="{94A6F512-355B-473F-9E98-1366BA4A08C2}" srcOrd="0" destOrd="0" presId="urn:microsoft.com/office/officeart/2005/8/layout/process4"/>
    <dgm:cxn modelId="{6814BB9E-76E7-4779-8D30-581127B3DF0B}" srcId="{41487F56-0BD9-4C53-B83F-CC92ABFF908C}" destId="{55149584-FF2B-4A51-B559-A2A5B2EA2494}" srcOrd="1" destOrd="0" parTransId="{C12589C0-B3F5-4563-9975-BA3256EB6024}" sibTransId="{5BDF768F-45C6-468B-8D82-C5A9B796F3F9}"/>
    <dgm:cxn modelId="{E2ADF67F-2B8D-4528-A0DE-B7E1BD7A1F66}" type="presOf" srcId="{41487F56-0BD9-4C53-B83F-CC92ABFF908C}" destId="{0D366CBD-7BD9-41A1-8620-1B0709D6E944}" srcOrd="0" destOrd="0" presId="urn:microsoft.com/office/officeart/2005/8/layout/process4"/>
    <dgm:cxn modelId="{5636594B-269C-4CB4-8E21-EC3F4723F9B7}" type="presOf" srcId="{F099526A-4651-43EC-9DF4-1D9DC958A29F}" destId="{2805B7C3-9985-403E-A003-14B80C4CA132}" srcOrd="0" destOrd="0" presId="urn:microsoft.com/office/officeart/2005/8/layout/process4"/>
    <dgm:cxn modelId="{5533AB21-E505-491F-85CB-A2B3239629F6}" srcId="{41487F56-0BD9-4C53-B83F-CC92ABFF908C}" destId="{F099526A-4651-43EC-9DF4-1D9DC958A29F}" srcOrd="2" destOrd="0" parTransId="{CC886554-DF8E-4D72-BEE1-7E76DCEE3C36}" sibTransId="{AF35FC6A-E875-4ADE-A3DD-3BA2435A1E81}"/>
    <dgm:cxn modelId="{4F58BDB1-E571-4190-B869-40FEA0A39650}" srcId="{41487F56-0BD9-4C53-B83F-CC92ABFF908C}" destId="{133F5859-44E7-4D8E-9F02-844D5A538A6B}" srcOrd="0" destOrd="0" parTransId="{855E19E0-EACE-4040-9BF6-2A0B24ADE127}" sibTransId="{907EC143-78D3-4AD8-9D20-5A21B6DFADD3}"/>
    <dgm:cxn modelId="{7DA8049D-6A8B-460C-A2D8-36BBA910F592}" srcId="{41487F56-0BD9-4C53-B83F-CC92ABFF908C}" destId="{10806A29-9503-411D-B9AA-C913E5894986}" srcOrd="3" destOrd="0" parTransId="{6D45C867-D0EE-436B-A041-9ABB656DF109}" sibTransId="{C29F8F36-92AC-4A0A-A0CD-D7A5DBB83F35}"/>
    <dgm:cxn modelId="{F943E39A-5A92-4149-853B-9C3226F243F3}" type="presParOf" srcId="{0D366CBD-7BD9-41A1-8620-1B0709D6E944}" destId="{2EB8C58F-A1FC-47C3-A174-BF8D8AB68095}" srcOrd="0" destOrd="0" presId="urn:microsoft.com/office/officeart/2005/8/layout/process4"/>
    <dgm:cxn modelId="{DB2CEEC0-74EB-40A7-B30F-93EB609EBFDA}" type="presParOf" srcId="{2EB8C58F-A1FC-47C3-A174-BF8D8AB68095}" destId="{B90A81DA-3208-49F0-AEFF-CC2FA7E9ACBB}" srcOrd="0" destOrd="0" presId="urn:microsoft.com/office/officeart/2005/8/layout/process4"/>
    <dgm:cxn modelId="{090D61D2-CB4B-404F-86F8-2078BDB2B01B}" type="presParOf" srcId="{0D366CBD-7BD9-41A1-8620-1B0709D6E944}" destId="{F9BC9E73-39D7-4DC8-84C4-B1B9313ADC57}" srcOrd="1" destOrd="0" presId="urn:microsoft.com/office/officeart/2005/8/layout/process4"/>
    <dgm:cxn modelId="{A9B0B3C7-A842-4DF8-AC17-7DA3EED5BE3E}" type="presParOf" srcId="{0D366CBD-7BD9-41A1-8620-1B0709D6E944}" destId="{0E967A11-D1EE-42CB-9C39-E1FF98DA00E7}" srcOrd="2" destOrd="0" presId="urn:microsoft.com/office/officeart/2005/8/layout/process4"/>
    <dgm:cxn modelId="{51FAC55F-3EA0-45E9-8928-DFCE6943BE6C}" type="presParOf" srcId="{0E967A11-D1EE-42CB-9C39-E1FF98DA00E7}" destId="{2805B7C3-9985-403E-A003-14B80C4CA132}" srcOrd="0" destOrd="0" presId="urn:microsoft.com/office/officeart/2005/8/layout/process4"/>
    <dgm:cxn modelId="{970B39BA-76CB-4A0B-9147-9CF602FC680B}" type="presParOf" srcId="{0D366CBD-7BD9-41A1-8620-1B0709D6E944}" destId="{3D0E626B-C66B-4B20-8C78-3EBFFBA07994}" srcOrd="3" destOrd="0" presId="urn:microsoft.com/office/officeart/2005/8/layout/process4"/>
    <dgm:cxn modelId="{CDA0A4D1-F921-4A81-A92B-FD3E74167EEC}" type="presParOf" srcId="{0D366CBD-7BD9-41A1-8620-1B0709D6E944}" destId="{4846E811-6924-41B7-BAC3-44CB01089596}" srcOrd="4" destOrd="0" presId="urn:microsoft.com/office/officeart/2005/8/layout/process4"/>
    <dgm:cxn modelId="{19035281-B2D0-40D5-B2C2-1D9B11B7CA09}" type="presParOf" srcId="{4846E811-6924-41B7-BAC3-44CB01089596}" destId="{94A6F512-355B-473F-9E98-1366BA4A08C2}" srcOrd="0" destOrd="0" presId="urn:microsoft.com/office/officeart/2005/8/layout/process4"/>
    <dgm:cxn modelId="{7D83C572-2FCF-45A9-979D-DD82C4AB8E10}" type="presParOf" srcId="{0D366CBD-7BD9-41A1-8620-1B0709D6E944}" destId="{B3C43CAE-B540-4EBD-96DF-FEAFB8742F24}" srcOrd="5" destOrd="0" presId="urn:microsoft.com/office/officeart/2005/8/layout/process4"/>
    <dgm:cxn modelId="{FA361FAB-1125-48CF-8C3F-2047CD564154}" type="presParOf" srcId="{0D366CBD-7BD9-41A1-8620-1B0709D6E944}" destId="{6A40DD48-058B-497E-93E8-A2CBF249BD0F}" srcOrd="6" destOrd="0" presId="urn:microsoft.com/office/officeart/2005/8/layout/process4"/>
    <dgm:cxn modelId="{828E4AA2-0E87-454B-B618-1F581E45B1A7}" type="presParOf" srcId="{6A40DD48-058B-497E-93E8-A2CBF249BD0F}" destId="{9E22E5F3-BD6F-4E03-BD47-AFD411249293}" srcOrd="0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566CFA-1499-4B8F-B7FB-D70CFC14BEEA}" type="doc">
      <dgm:prSet loTypeId="urn:microsoft.com/office/officeart/2005/8/layout/vList3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ru-RU"/>
        </a:p>
      </dgm:t>
    </dgm:pt>
    <dgm:pt modelId="{1F0099A1-ECCF-47DF-9445-9082D2D16A8C}">
      <dgm:prSet phldrT="[Текст]" custT="1"/>
      <dgm:spPr/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«Острые гепатиты В, С, Е, всего:» </a:t>
          </a:r>
          <a:r>
            <a:rPr lang="ru-RU" sz="1400" b="1" dirty="0">
              <a:solidFill>
                <a:schemeClr val="tx1"/>
              </a:solidFill>
            </a:rPr>
            <a:t>В1</a:t>
          </a:r>
          <a:r>
            <a:rPr lang="en-US" sz="1400" b="1" dirty="0">
              <a:solidFill>
                <a:schemeClr val="tx1"/>
              </a:solidFill>
            </a:rPr>
            <a:t>6</a:t>
          </a:r>
          <a:r>
            <a:rPr lang="ru-RU" sz="1400" b="1" dirty="0">
              <a:solidFill>
                <a:schemeClr val="tx1"/>
              </a:solidFill>
            </a:rPr>
            <a:t>.</a:t>
          </a:r>
          <a:r>
            <a:rPr lang="en-US" sz="1400" b="1" dirty="0">
              <a:solidFill>
                <a:schemeClr val="tx1"/>
              </a:solidFill>
            </a:rPr>
            <a:t>0-B17.8</a:t>
          </a:r>
          <a:r>
            <a:rPr lang="ru-RU" sz="1400" dirty="0">
              <a:solidFill>
                <a:schemeClr val="tx1"/>
              </a:solidFill>
            </a:rPr>
            <a:t>;</a:t>
          </a:r>
          <a:endParaRPr lang="ru-RU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01FE8ECB-B3FA-4A4A-8286-9C3350231CD5}" type="parTrans" cxnId="{5439428C-2C81-48B0-B098-1C9E330FCFCD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C3B4CA9E-5E0D-49DB-A10F-F16A04E9BE69}" type="sibTrans" cxnId="{5439428C-2C81-48B0-B098-1C9E330FCFCD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0796064D-37D5-42C1-B630-671BD2EF6DA6}">
      <dgm:prSet phldrT="[Текст]" custT="1"/>
      <dgm:spPr/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«Геморрагический инсульт»</a:t>
          </a:r>
          <a:r>
            <a:rPr lang="en-US" sz="1400" dirty="0">
              <a:solidFill>
                <a:schemeClr val="tx1"/>
              </a:solidFill>
            </a:rPr>
            <a:t> I</a:t>
          </a:r>
          <a:r>
            <a:rPr lang="en-US" sz="1400" b="1" dirty="0">
              <a:solidFill>
                <a:schemeClr val="tx1"/>
              </a:solidFill>
            </a:rPr>
            <a:t>60</a:t>
          </a:r>
          <a:r>
            <a:rPr lang="ru-RU" sz="1400" b="1" dirty="0">
              <a:solidFill>
                <a:schemeClr val="tx1"/>
              </a:solidFill>
            </a:rPr>
            <a:t>,</a:t>
          </a:r>
          <a:r>
            <a:rPr lang="en-US" sz="1400" b="1" dirty="0">
              <a:solidFill>
                <a:schemeClr val="tx1"/>
              </a:solidFill>
            </a:rPr>
            <a:t>61</a:t>
          </a:r>
          <a:r>
            <a:rPr lang="ru-RU" sz="1400" b="1" dirty="0">
              <a:solidFill>
                <a:schemeClr val="tx1"/>
              </a:solidFill>
            </a:rPr>
            <a:t>,</a:t>
          </a:r>
          <a:r>
            <a:rPr lang="en-US" sz="1400" b="1" dirty="0">
              <a:solidFill>
                <a:schemeClr val="tx1"/>
              </a:solidFill>
            </a:rPr>
            <a:t>62</a:t>
          </a:r>
          <a:r>
            <a:rPr lang="ru-RU" sz="1400" b="1" dirty="0">
              <a:solidFill>
                <a:schemeClr val="tx1"/>
              </a:solidFill>
            </a:rPr>
            <a:t>;</a:t>
          </a:r>
          <a:endParaRPr lang="ru-RU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C4A2F46C-3898-4676-BDFC-A31D0CA0D714}" type="parTrans" cxnId="{943AC765-E417-429E-9FA5-7DD7E4499463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551E60A8-958B-44D8-AA3E-E51D5D411D56}" type="sibTrans" cxnId="{943AC765-E417-429E-9FA5-7DD7E4499463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E9B82931-E855-4251-AB76-BEBE7A30C550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«Острый инфаркт миокарда» </a:t>
          </a:r>
          <a:r>
            <a:rPr lang="en-US" sz="1400" b="1" dirty="0">
              <a:solidFill>
                <a:schemeClr val="tx1"/>
              </a:solidFill>
            </a:rPr>
            <a:t>I21-I22</a:t>
          </a:r>
          <a:r>
            <a:rPr lang="ru-RU" sz="1400" dirty="0">
              <a:solidFill>
                <a:schemeClr val="tx1"/>
              </a:solidFill>
            </a:rPr>
            <a:t>;</a:t>
          </a:r>
          <a:endParaRPr lang="ru-RU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C6853ED9-32FA-4F70-939D-A470ECBA649B}" type="parTrans" cxnId="{E2B2F58D-ED75-4230-AE15-6B5EE54D57F6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67495489-B55A-47CC-BAC3-F194D2EBBC4F}" type="sibTrans" cxnId="{E2B2F58D-ED75-4230-AE15-6B5EE54D57F6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AFB99A5A-7D10-4D6E-B307-792C7848C5BE}">
      <dgm:prSet phldrT="[Текст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«Инфаркт мозга, закупорка мозговых артерий» </a:t>
          </a:r>
          <a:r>
            <a:rPr lang="en-US" sz="1400" b="1" dirty="0">
              <a:solidFill>
                <a:schemeClr val="tx1"/>
              </a:solidFill>
            </a:rPr>
            <a:t>I63, I65, I66</a:t>
          </a:r>
          <a:endParaRPr lang="ru-RU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DFAB0B4E-21DE-4D43-9628-BF4E63982C3E}" type="parTrans" cxnId="{7AE739F3-078F-4A97-950F-9FE8C6BDC81B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EC5F822A-0F94-4A41-B2C5-320E6512DDF9}" type="sibTrans" cxnId="{7AE739F3-078F-4A97-950F-9FE8C6BDC81B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3A011F8A-4F5F-4CA5-9E8E-8C56D30BAA10}">
      <dgm:prSet phldrT="[Текст]" custT="1"/>
      <dgm:spPr/>
      <dgm:t>
        <a:bodyPr/>
        <a:lstStyle/>
        <a:p>
          <a:pPr algn="ctr" rtl="0"/>
          <a:r>
            <a:rPr lang="ru-RU" sz="1400" dirty="0">
              <a:solidFill>
                <a:schemeClr val="tx1"/>
              </a:solidFill>
            </a:rPr>
            <a:t>«Неуточненный инсульт» </a:t>
          </a:r>
          <a:r>
            <a:rPr lang="en-US" sz="1400" b="1" dirty="0">
              <a:solidFill>
                <a:schemeClr val="tx1"/>
              </a:solidFill>
            </a:rPr>
            <a:t>I</a:t>
          </a:r>
          <a:r>
            <a:rPr lang="ru-RU" sz="1400" b="1" dirty="0">
              <a:solidFill>
                <a:schemeClr val="tx1"/>
              </a:solidFill>
            </a:rPr>
            <a:t>64</a:t>
          </a:r>
          <a:r>
            <a:rPr lang="ru-RU" sz="1400" dirty="0">
              <a:solidFill>
                <a:schemeClr val="tx1"/>
              </a:solidFill>
            </a:rPr>
            <a:t>;</a:t>
          </a:r>
          <a:endParaRPr lang="ru-RU" sz="1400" b="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AB61B1C8-A01E-4395-B0B6-473B53D03A4F}" type="parTrans" cxnId="{3DA61FF1-4E77-4ACA-B52A-3617E5F5611D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47B39CFD-3DD7-448B-A275-2DA58B617E66}" type="sibTrans" cxnId="{3DA61FF1-4E77-4ACA-B52A-3617E5F5611D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EE50ECEA-69E0-4653-81CC-B2CCD4196FEB}">
      <dgm:prSet phldrT="[Текст]" custT="1"/>
      <dgm:spPr/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«Гепатит С» В17;</a:t>
          </a:r>
        </a:p>
      </dgm:t>
    </dgm:pt>
    <dgm:pt modelId="{20079CCB-9A27-4F86-A51F-C7AFB38651B7}" type="parTrans" cxnId="{1A4C4FAF-BD5B-4EA1-9C96-EA6A9E8D0103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3BCB5924-0A93-411F-92AE-4CECE5FCEBF2}" type="sibTrans" cxnId="{1A4C4FAF-BD5B-4EA1-9C96-EA6A9E8D0103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372A6760-63D9-4D21-A114-C8FAFB783DBA}">
      <dgm:prSet custT="1"/>
      <dgm:spPr/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«Гепатит </a:t>
          </a:r>
          <a:r>
            <a:rPr lang="en-US" sz="1400" dirty="0">
              <a:solidFill>
                <a:schemeClr val="tx1"/>
              </a:solidFill>
            </a:rPr>
            <a:t>B</a:t>
          </a:r>
          <a:r>
            <a:rPr lang="ru-RU" sz="1400" dirty="0">
              <a:solidFill>
                <a:schemeClr val="tx1"/>
              </a:solidFill>
            </a:rPr>
            <a:t>» В16;</a:t>
          </a:r>
        </a:p>
      </dgm:t>
    </dgm:pt>
    <dgm:pt modelId="{430824D6-5812-4686-A165-7BB39E4B0A44}" type="parTrans" cxnId="{FDBBB90F-BD7C-4AA9-8C71-0361FB230D4F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4C7F70EE-7B0F-4AB7-90FE-D5DBB9EFC42A}" type="sibTrans" cxnId="{FDBBB90F-BD7C-4AA9-8C71-0361FB230D4F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E2551449-FA3D-4CB6-B2D9-704A4C134216}">
      <dgm:prSet phldrT="[Текст]" custT="1"/>
      <dgm:spPr/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</a:t>
          </a:r>
          <a:r>
            <a:rPr lang="ru-RU" sz="1400" dirty="0" err="1">
              <a:solidFill>
                <a:schemeClr val="tx1"/>
              </a:solidFill>
            </a:rPr>
            <a:t>Коронавирусная</a:t>
          </a:r>
          <a:r>
            <a:rPr lang="ru-RU" sz="1400" dirty="0">
              <a:solidFill>
                <a:schemeClr val="tx1"/>
              </a:solidFill>
            </a:rPr>
            <a:t> инфекция, вирус идентифицирован»</a:t>
          </a:r>
          <a:r>
            <a:rPr lang="en-US" sz="1400" dirty="0">
              <a:solidFill>
                <a:schemeClr val="tx1"/>
              </a:solidFill>
            </a:rPr>
            <a:t> U07.1</a:t>
          </a:r>
          <a:r>
            <a:rPr lang="ru-RU" sz="1400" dirty="0">
              <a:solidFill>
                <a:schemeClr val="tx1"/>
              </a:solidFill>
            </a:rPr>
            <a:t>;</a:t>
          </a:r>
        </a:p>
      </dgm:t>
    </dgm:pt>
    <dgm:pt modelId="{4DE014E5-E66B-49F6-A656-AFB3F4A7C417}" type="parTrans" cxnId="{F97704FE-7AFD-4563-B5C4-595B432DE281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7559240B-4CE1-4F30-984D-7449D7C6C5E8}" type="sibTrans" cxnId="{F97704FE-7AFD-4563-B5C4-595B432DE281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BAABB203-597A-4121-BD7F-37EC5E690072}">
      <dgm:prSet phldrT="[Текст]" custT="1"/>
      <dgm:spPr/>
      <dgm:t>
        <a:bodyPr/>
        <a:lstStyle/>
        <a:p>
          <a:pPr algn="ctr"/>
          <a:r>
            <a:rPr lang="ru-RU" sz="1400" dirty="0">
              <a:solidFill>
                <a:schemeClr val="tx1"/>
              </a:solidFill>
            </a:rPr>
            <a:t>«</a:t>
          </a:r>
          <a:r>
            <a:rPr lang="ru-RU" sz="1400" dirty="0" err="1">
              <a:solidFill>
                <a:schemeClr val="tx1"/>
              </a:solidFill>
            </a:rPr>
            <a:t>Короновирусная</a:t>
          </a:r>
          <a:r>
            <a:rPr lang="ru-RU" sz="1400" dirty="0">
              <a:solidFill>
                <a:schemeClr val="tx1"/>
              </a:solidFill>
            </a:rPr>
            <a:t> инфекция, лабораторно не подтвержденная» </a:t>
          </a:r>
          <a:r>
            <a:rPr lang="en-US" sz="1400" dirty="0">
              <a:solidFill>
                <a:schemeClr val="tx1"/>
              </a:solidFill>
            </a:rPr>
            <a:t>U07.2</a:t>
          </a:r>
          <a:endParaRPr lang="ru-RU" sz="1400" dirty="0">
            <a:solidFill>
              <a:schemeClr val="tx1"/>
            </a:solidFill>
          </a:endParaRPr>
        </a:p>
      </dgm:t>
    </dgm:pt>
    <dgm:pt modelId="{FB488214-9900-4CBF-80AF-CB9D144EDF94}" type="parTrans" cxnId="{39DC729A-61D8-4EC4-AA23-3980B0EB1DE1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E420B7ED-84A3-4F55-8A6A-B4A993FB8A2E}" type="sibTrans" cxnId="{39DC729A-61D8-4EC4-AA23-3980B0EB1DE1}">
      <dgm:prSet/>
      <dgm:spPr/>
      <dgm:t>
        <a:bodyPr/>
        <a:lstStyle/>
        <a:p>
          <a:endParaRPr lang="ru-RU" sz="2400">
            <a:solidFill>
              <a:schemeClr val="tx1"/>
            </a:solidFill>
          </a:endParaRPr>
        </a:p>
      </dgm:t>
    </dgm:pt>
    <dgm:pt modelId="{4C5B0B56-1EF9-4EF4-BC8B-B1EB9E48462F}">
      <dgm:prSet/>
      <dgm:spPr/>
      <dgm:t>
        <a:bodyPr/>
        <a:lstStyle/>
        <a:p>
          <a:r>
            <a:rPr lang="ru-RU" dirty="0" smtClean="0">
              <a:solidFill>
                <a:schemeClr val="tx1"/>
              </a:solidFill>
            </a:rPr>
            <a:t>«Пневмония» </a:t>
          </a:r>
          <a:r>
            <a:rPr lang="en-US" b="1" dirty="0" smtClean="0">
              <a:solidFill>
                <a:schemeClr val="tx1"/>
              </a:solidFill>
            </a:rPr>
            <a:t>J12-16,J18</a:t>
          </a:r>
          <a:endParaRPr lang="ru-RU" b="1" dirty="0">
            <a:solidFill>
              <a:schemeClr val="tx1"/>
            </a:solidFill>
          </a:endParaRPr>
        </a:p>
      </dgm:t>
    </dgm:pt>
    <dgm:pt modelId="{022EAD34-CE0A-4528-8761-D9F0C742236F}" type="parTrans" cxnId="{7F9C92F8-CF49-49EF-A26D-05288EA5CBDD}">
      <dgm:prSet/>
      <dgm:spPr/>
      <dgm:t>
        <a:bodyPr/>
        <a:lstStyle/>
        <a:p>
          <a:endParaRPr lang="ru-RU"/>
        </a:p>
      </dgm:t>
    </dgm:pt>
    <dgm:pt modelId="{F43B603E-1B62-430C-9861-8C55B5B24112}" type="sibTrans" cxnId="{7F9C92F8-CF49-49EF-A26D-05288EA5CBDD}">
      <dgm:prSet/>
      <dgm:spPr/>
      <dgm:t>
        <a:bodyPr/>
        <a:lstStyle/>
        <a:p>
          <a:endParaRPr lang="ru-RU"/>
        </a:p>
      </dgm:t>
    </dgm:pt>
    <dgm:pt modelId="{F70E9E34-EE39-454D-813B-23F4205815E2}">
      <dgm:prSet/>
      <dgm:spPr/>
      <dgm:t>
        <a:bodyPr/>
        <a:lstStyle/>
        <a:p>
          <a:r>
            <a:rPr lang="ru-RU" dirty="0" smtClean="0">
              <a:solidFill>
                <a:schemeClr val="tx1"/>
              </a:solidFill>
            </a:rPr>
            <a:t>«Травмы и отравления, всего» </a:t>
          </a:r>
          <a:r>
            <a:rPr lang="en-US" b="1" dirty="0" smtClean="0">
              <a:solidFill>
                <a:schemeClr val="tx1"/>
              </a:solidFill>
            </a:rPr>
            <a:t>S00-</a:t>
          </a:r>
          <a:r>
            <a:rPr lang="ru-RU" b="1" dirty="0" smtClean="0">
              <a:solidFill>
                <a:schemeClr val="tx1"/>
              </a:solidFill>
            </a:rPr>
            <a:t>Т88</a:t>
          </a:r>
          <a:endParaRPr lang="ru-RU" b="1" dirty="0">
            <a:solidFill>
              <a:schemeClr val="tx1"/>
            </a:solidFill>
          </a:endParaRPr>
        </a:p>
      </dgm:t>
    </dgm:pt>
    <dgm:pt modelId="{4D04EB9D-E915-4F32-A0F9-3370713B977B}" type="parTrans" cxnId="{9AD11BFC-EF29-44E1-9C6D-E98B9D092306}">
      <dgm:prSet/>
      <dgm:spPr/>
      <dgm:t>
        <a:bodyPr/>
        <a:lstStyle/>
        <a:p>
          <a:endParaRPr lang="ru-RU"/>
        </a:p>
      </dgm:t>
    </dgm:pt>
    <dgm:pt modelId="{9E8DDD7B-7429-41F4-ACE6-C15AD32FC339}" type="sibTrans" cxnId="{9AD11BFC-EF29-44E1-9C6D-E98B9D092306}">
      <dgm:prSet/>
      <dgm:spPr/>
      <dgm:t>
        <a:bodyPr/>
        <a:lstStyle/>
        <a:p>
          <a:endParaRPr lang="ru-RU"/>
        </a:p>
      </dgm:t>
    </dgm:pt>
    <dgm:pt modelId="{FDF70C78-505D-4EBF-8AF3-6401B3AB9BC3}">
      <dgm:prSet/>
      <dgm:spPr/>
      <dgm:t>
        <a:bodyPr/>
        <a:lstStyle/>
        <a:p>
          <a:r>
            <a:rPr lang="ru-RU" dirty="0" smtClean="0">
              <a:solidFill>
                <a:schemeClr val="tx1"/>
              </a:solidFill>
            </a:rPr>
            <a:t>«Последствия травм, отравлений и других воздействий внешних причин» </a:t>
          </a:r>
          <a:r>
            <a:rPr lang="ru-RU" b="1" dirty="0" smtClean="0">
              <a:solidFill>
                <a:schemeClr val="tx1"/>
              </a:solidFill>
            </a:rPr>
            <a:t>Т90-Т98</a:t>
          </a:r>
          <a:endParaRPr lang="ru-RU" b="1" dirty="0">
            <a:solidFill>
              <a:schemeClr val="tx1"/>
            </a:solidFill>
          </a:endParaRPr>
        </a:p>
      </dgm:t>
    </dgm:pt>
    <dgm:pt modelId="{3F1B420E-501C-42B3-BC5C-CDB4092995B9}" type="parTrans" cxnId="{96F255EF-67DF-4C51-9B0E-C422288CE087}">
      <dgm:prSet/>
      <dgm:spPr/>
      <dgm:t>
        <a:bodyPr/>
        <a:lstStyle/>
        <a:p>
          <a:endParaRPr lang="ru-RU"/>
        </a:p>
      </dgm:t>
    </dgm:pt>
    <dgm:pt modelId="{7EF4B7A9-96A0-4375-92D9-DEF48C12B60B}" type="sibTrans" cxnId="{96F255EF-67DF-4C51-9B0E-C422288CE087}">
      <dgm:prSet/>
      <dgm:spPr/>
      <dgm:t>
        <a:bodyPr/>
        <a:lstStyle/>
        <a:p>
          <a:endParaRPr lang="ru-RU"/>
        </a:p>
      </dgm:t>
    </dgm:pt>
    <dgm:pt modelId="{68D2C92E-9086-4BA1-964E-CBE06F960CCC}" type="pres">
      <dgm:prSet presAssocID="{28566CFA-1499-4B8F-B7FB-D70CFC14BEEA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51D8A8E-F8D0-43C9-9B92-B3249973AB2B}" type="pres">
      <dgm:prSet presAssocID="{1F0099A1-ECCF-47DF-9445-9082D2D16A8C}" presName="composite" presStyleCnt="0"/>
      <dgm:spPr/>
    </dgm:pt>
    <dgm:pt modelId="{65FB4476-FDFA-4D6E-A752-4E3513BE8B27}" type="pres">
      <dgm:prSet presAssocID="{1F0099A1-ECCF-47DF-9445-9082D2D16A8C}" presName="imgShp" presStyleLbl="fgImgPlace1" presStyleIdx="0" presStyleCnt="12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  <dgm:extLst>
        <a:ext uri="{E40237B7-FDA0-4F09-8148-C483321AD2D9}">
          <dgm14:cNvPr xmlns:dgm14="http://schemas.microsoft.com/office/drawing/2010/diagram" id="0" name="" descr="Увеличительное стекло, показывающее снижение производительности"/>
        </a:ext>
      </dgm:extLst>
    </dgm:pt>
    <dgm:pt modelId="{0DE9560F-94AA-4B78-B8E0-5250BCEBA044}" type="pres">
      <dgm:prSet presAssocID="{1F0099A1-ECCF-47DF-9445-9082D2D16A8C}" presName="txShp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640A9F-404D-4DC3-A654-0D530DDBF3B8}" type="pres">
      <dgm:prSet presAssocID="{C3B4CA9E-5E0D-49DB-A10F-F16A04E9BE69}" presName="spacing" presStyleCnt="0"/>
      <dgm:spPr/>
    </dgm:pt>
    <dgm:pt modelId="{32ABA8A0-D412-49C3-A4D6-531AD6F523DA}" type="pres">
      <dgm:prSet presAssocID="{372A6760-63D9-4D21-A114-C8FAFB783DBA}" presName="composite" presStyleCnt="0"/>
      <dgm:spPr/>
    </dgm:pt>
    <dgm:pt modelId="{20D1CF8A-09EB-476E-8BF6-B64C3A82970D}" type="pres">
      <dgm:prSet presAssocID="{372A6760-63D9-4D21-A114-C8FAFB783DBA}" presName="imgShp" presStyleLbl="fgImgPlace1" presStyleIdx="1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474A1090-343C-4961-BF57-3F63233A938D}" type="pres">
      <dgm:prSet presAssocID="{372A6760-63D9-4D21-A114-C8FAFB783DBA}" presName="txShp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F93A57-B315-4899-93B7-97E1001423AA}" type="pres">
      <dgm:prSet presAssocID="{4C7F70EE-7B0F-4AB7-90FE-D5DBB9EFC42A}" presName="spacing" presStyleCnt="0"/>
      <dgm:spPr/>
    </dgm:pt>
    <dgm:pt modelId="{51D287E5-F60C-4A7E-AF83-929674607885}" type="pres">
      <dgm:prSet presAssocID="{EE50ECEA-69E0-4653-81CC-B2CCD4196FEB}" presName="composite" presStyleCnt="0"/>
      <dgm:spPr/>
    </dgm:pt>
    <dgm:pt modelId="{72BBCA87-FF65-4C69-9FAC-0937E388895A}" type="pres">
      <dgm:prSet presAssocID="{EE50ECEA-69E0-4653-81CC-B2CCD4196FEB}" presName="imgShp" presStyleLbl="fgImgPlace1" presStyleIdx="2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1CD2C0B2-6E90-46D8-9A70-01E51345D599}" type="pres">
      <dgm:prSet presAssocID="{EE50ECEA-69E0-4653-81CC-B2CCD4196FEB}" presName="txShp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1B3959-70EE-4837-86CA-448E398E9B86}" type="pres">
      <dgm:prSet presAssocID="{3BCB5924-0A93-411F-92AE-4CECE5FCEBF2}" presName="spacing" presStyleCnt="0"/>
      <dgm:spPr/>
    </dgm:pt>
    <dgm:pt modelId="{51E8119F-669A-4E97-A04C-F6FE4A25A23F}" type="pres">
      <dgm:prSet presAssocID="{E2551449-FA3D-4CB6-B2D9-704A4C134216}" presName="composite" presStyleCnt="0"/>
      <dgm:spPr/>
    </dgm:pt>
    <dgm:pt modelId="{1547801C-2540-47F9-821A-9698B2C00CA0}" type="pres">
      <dgm:prSet presAssocID="{E2551449-FA3D-4CB6-B2D9-704A4C134216}" presName="imgShp" presStyleLbl="fgImgPlace1" presStyleIdx="3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90DE6428-2AA0-410D-8D86-DA27EDEB19C2}" type="pres">
      <dgm:prSet presAssocID="{E2551449-FA3D-4CB6-B2D9-704A4C134216}" presName="txShp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7858E0-FEA9-4BD5-BD0A-E6ACE52E028B}" type="pres">
      <dgm:prSet presAssocID="{7559240B-4CE1-4F30-984D-7449D7C6C5E8}" presName="spacing" presStyleCnt="0"/>
      <dgm:spPr/>
    </dgm:pt>
    <dgm:pt modelId="{8B523448-9E4E-4AB4-82A1-6A4B45F267DE}" type="pres">
      <dgm:prSet presAssocID="{BAABB203-597A-4121-BD7F-37EC5E690072}" presName="composite" presStyleCnt="0"/>
      <dgm:spPr/>
    </dgm:pt>
    <dgm:pt modelId="{055A9BDD-AD64-4254-BE0B-C2A726612618}" type="pres">
      <dgm:prSet presAssocID="{BAABB203-597A-4121-BD7F-37EC5E690072}" presName="imgShp" presStyleLbl="fgImgPlace1" presStyleIdx="4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73FCA741-87B0-4817-B20A-9DAA31FA4DF7}" type="pres">
      <dgm:prSet presAssocID="{BAABB203-597A-4121-BD7F-37EC5E690072}" presName="txShp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499BEC-158D-4594-BCF2-386866FE27A5}" type="pres">
      <dgm:prSet presAssocID="{E420B7ED-84A3-4F55-8A6A-B4A993FB8A2E}" presName="spacing" presStyleCnt="0"/>
      <dgm:spPr/>
    </dgm:pt>
    <dgm:pt modelId="{CAD9FFC3-B14A-4363-9FF8-278E7A01FB0A}" type="pres">
      <dgm:prSet presAssocID="{E9B82931-E855-4251-AB76-BEBE7A30C550}" presName="composite" presStyleCnt="0"/>
      <dgm:spPr/>
    </dgm:pt>
    <dgm:pt modelId="{42170726-3513-459C-BF28-8E7B470A1660}" type="pres">
      <dgm:prSet presAssocID="{E9B82931-E855-4251-AB76-BEBE7A30C550}" presName="imgShp" presStyleLbl="fgImgPlace1" presStyleIdx="5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F2445A90-D076-4A15-827A-016DED02088D}" type="pres">
      <dgm:prSet presAssocID="{E9B82931-E855-4251-AB76-BEBE7A30C550}" presName="txShp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E5D9CE-6102-427B-9B4B-810961E8C470}" type="pres">
      <dgm:prSet presAssocID="{67495489-B55A-47CC-BAC3-F194D2EBBC4F}" presName="spacing" presStyleCnt="0"/>
      <dgm:spPr/>
    </dgm:pt>
    <dgm:pt modelId="{4826E4BE-935A-41C0-A850-92148F14EE9A}" type="pres">
      <dgm:prSet presAssocID="{0796064D-37D5-42C1-B630-671BD2EF6DA6}" presName="composite" presStyleCnt="0"/>
      <dgm:spPr/>
    </dgm:pt>
    <dgm:pt modelId="{E5287D00-988D-4762-9427-95CDA9C310A9}" type="pres">
      <dgm:prSet presAssocID="{0796064D-37D5-42C1-B630-671BD2EF6DA6}" presName="imgShp" presStyleLbl="fgImgPlace1" presStyleIdx="6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8B4B621D-4E84-4B66-BB70-1B75B5511B3C}" type="pres">
      <dgm:prSet presAssocID="{0796064D-37D5-42C1-B630-671BD2EF6DA6}" presName="txShp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5750F4-FEC1-4CC9-9ADA-1D2425723AB7}" type="pres">
      <dgm:prSet presAssocID="{551E60A8-958B-44D8-AA3E-E51D5D411D56}" presName="spacing" presStyleCnt="0"/>
      <dgm:spPr/>
    </dgm:pt>
    <dgm:pt modelId="{0CAEAA1F-7AE0-4677-83F9-12B904DFFEA9}" type="pres">
      <dgm:prSet presAssocID="{AFB99A5A-7D10-4D6E-B307-792C7848C5BE}" presName="composite" presStyleCnt="0"/>
      <dgm:spPr/>
    </dgm:pt>
    <dgm:pt modelId="{EB01CB9E-701D-4B15-B958-13ECCCEC820B}" type="pres">
      <dgm:prSet presAssocID="{AFB99A5A-7D10-4D6E-B307-792C7848C5BE}" presName="imgShp" presStyleLbl="fgImgPlace1" presStyleIdx="7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C0C2A467-CA3A-454C-B780-C943E9A67C3D}" type="pres">
      <dgm:prSet presAssocID="{AFB99A5A-7D10-4D6E-B307-792C7848C5BE}" presName="txShp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963322-973D-4CD4-A5AB-303C82682141}" type="pres">
      <dgm:prSet presAssocID="{EC5F822A-0F94-4A41-B2C5-320E6512DDF9}" presName="spacing" presStyleCnt="0"/>
      <dgm:spPr/>
    </dgm:pt>
    <dgm:pt modelId="{A94719C5-E638-4D05-8299-67E634CA9E87}" type="pres">
      <dgm:prSet presAssocID="{3A011F8A-4F5F-4CA5-9E8E-8C56D30BAA10}" presName="composite" presStyleCnt="0"/>
      <dgm:spPr/>
    </dgm:pt>
    <dgm:pt modelId="{99457B92-24EF-460A-8E33-16CA74EE6B30}" type="pres">
      <dgm:prSet presAssocID="{3A011F8A-4F5F-4CA5-9E8E-8C56D30BAA10}" presName="imgShp" presStyleLbl="fgImgPlace1" presStyleIdx="8" presStyleCnt="1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ru-RU"/>
        </a:p>
      </dgm:t>
    </dgm:pt>
    <dgm:pt modelId="{C8A960EB-BCD3-495E-BA9A-77D215EB7814}" type="pres">
      <dgm:prSet presAssocID="{3A011F8A-4F5F-4CA5-9E8E-8C56D30BAA10}" presName="txShp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EC6185-37B6-48C0-9940-5D9330B34176}" type="pres">
      <dgm:prSet presAssocID="{47B39CFD-3DD7-448B-A275-2DA58B617E66}" presName="spacing" presStyleCnt="0"/>
      <dgm:spPr/>
    </dgm:pt>
    <dgm:pt modelId="{D7702F90-DA27-4574-A441-929DAE74A380}" type="pres">
      <dgm:prSet presAssocID="{4C5B0B56-1EF9-4EF4-BC8B-B1EB9E48462F}" presName="composite" presStyleCnt="0"/>
      <dgm:spPr/>
    </dgm:pt>
    <dgm:pt modelId="{D0F3D863-194E-4F82-8B85-E20403A03C41}" type="pres">
      <dgm:prSet presAssocID="{4C5B0B56-1EF9-4EF4-BC8B-B1EB9E48462F}" presName="imgShp" presStyleLbl="fgImgPlace1" presStyleIdx="9" presStyleCnt="12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AE69FB42-8D7C-46C5-BAD8-8791B1D59953}" type="pres">
      <dgm:prSet presAssocID="{4C5B0B56-1EF9-4EF4-BC8B-B1EB9E48462F}" presName="txShp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09F5CC-BA28-4888-9824-9B923522722E}" type="pres">
      <dgm:prSet presAssocID="{F43B603E-1B62-430C-9861-8C55B5B24112}" presName="spacing" presStyleCnt="0"/>
      <dgm:spPr/>
    </dgm:pt>
    <dgm:pt modelId="{52FDFCDE-CC85-4E23-AA49-AFBDFDD218CB}" type="pres">
      <dgm:prSet presAssocID="{F70E9E34-EE39-454D-813B-23F4205815E2}" presName="composite" presStyleCnt="0"/>
      <dgm:spPr/>
    </dgm:pt>
    <dgm:pt modelId="{25247C40-89D8-4CF1-B758-660D13F6C850}" type="pres">
      <dgm:prSet presAssocID="{F70E9E34-EE39-454D-813B-23F4205815E2}" presName="imgShp" presStyleLbl="fgImgPlace1" presStyleIdx="10" presStyleCnt="12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674A17E4-443A-41E4-B617-3CB6CEDFC6E9}" type="pres">
      <dgm:prSet presAssocID="{F70E9E34-EE39-454D-813B-23F4205815E2}" presName="txShp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262B53-4814-4F10-9522-CD297BE47838}" type="pres">
      <dgm:prSet presAssocID="{9E8DDD7B-7429-41F4-ACE6-C15AD32FC339}" presName="spacing" presStyleCnt="0"/>
      <dgm:spPr/>
    </dgm:pt>
    <dgm:pt modelId="{F4F3BDCF-C59F-4474-A735-54F6A1C4BE9D}" type="pres">
      <dgm:prSet presAssocID="{FDF70C78-505D-4EBF-8AF3-6401B3AB9BC3}" presName="composite" presStyleCnt="0"/>
      <dgm:spPr/>
    </dgm:pt>
    <dgm:pt modelId="{C23B9507-7BDF-4F85-A450-A6FB0F9A6886}" type="pres">
      <dgm:prSet presAssocID="{FDF70C78-505D-4EBF-8AF3-6401B3AB9BC3}" presName="imgShp" presStyleLbl="fgImgPlace1" presStyleIdx="11" presStyleCnt="12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3240F80C-159C-4D9E-B757-438CEF6A15BD}" type="pres">
      <dgm:prSet presAssocID="{FDF70C78-505D-4EBF-8AF3-6401B3AB9BC3}" presName="txShp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AE739F3-078F-4A97-950F-9FE8C6BDC81B}" srcId="{28566CFA-1499-4B8F-B7FB-D70CFC14BEEA}" destId="{AFB99A5A-7D10-4D6E-B307-792C7848C5BE}" srcOrd="7" destOrd="0" parTransId="{DFAB0B4E-21DE-4D43-9628-BF4E63982C3E}" sibTransId="{EC5F822A-0F94-4A41-B2C5-320E6512DDF9}"/>
    <dgm:cxn modelId="{C8DBDAC6-17F0-4940-8A2F-91E618CCF10F}" type="presOf" srcId="{FDF70C78-505D-4EBF-8AF3-6401B3AB9BC3}" destId="{3240F80C-159C-4D9E-B757-438CEF6A15BD}" srcOrd="0" destOrd="0" presId="urn:microsoft.com/office/officeart/2005/8/layout/vList3"/>
    <dgm:cxn modelId="{943AC765-E417-429E-9FA5-7DD7E4499463}" srcId="{28566CFA-1499-4B8F-B7FB-D70CFC14BEEA}" destId="{0796064D-37D5-42C1-B630-671BD2EF6DA6}" srcOrd="6" destOrd="0" parTransId="{C4A2F46C-3898-4676-BDFC-A31D0CA0D714}" sibTransId="{551E60A8-958B-44D8-AA3E-E51D5D411D56}"/>
    <dgm:cxn modelId="{865E1722-5A7D-4821-A6EF-CCC96ED702FA}" type="presOf" srcId="{EE50ECEA-69E0-4653-81CC-B2CCD4196FEB}" destId="{1CD2C0B2-6E90-46D8-9A70-01E51345D599}" srcOrd="0" destOrd="0" presId="urn:microsoft.com/office/officeart/2005/8/layout/vList3"/>
    <dgm:cxn modelId="{F97704FE-7AFD-4563-B5C4-595B432DE281}" srcId="{28566CFA-1499-4B8F-B7FB-D70CFC14BEEA}" destId="{E2551449-FA3D-4CB6-B2D9-704A4C134216}" srcOrd="3" destOrd="0" parTransId="{4DE014E5-E66B-49F6-A656-AFB3F4A7C417}" sibTransId="{7559240B-4CE1-4F30-984D-7449D7C6C5E8}"/>
    <dgm:cxn modelId="{3DA61FF1-4E77-4ACA-B52A-3617E5F5611D}" srcId="{28566CFA-1499-4B8F-B7FB-D70CFC14BEEA}" destId="{3A011F8A-4F5F-4CA5-9E8E-8C56D30BAA10}" srcOrd="8" destOrd="0" parTransId="{AB61B1C8-A01E-4395-B0B6-473B53D03A4F}" sibTransId="{47B39CFD-3DD7-448B-A275-2DA58B617E66}"/>
    <dgm:cxn modelId="{98E90EDA-F0C2-4C2F-8027-2FE46072CF7D}" type="presOf" srcId="{F70E9E34-EE39-454D-813B-23F4205815E2}" destId="{674A17E4-443A-41E4-B617-3CB6CEDFC6E9}" srcOrd="0" destOrd="0" presId="urn:microsoft.com/office/officeart/2005/8/layout/vList3"/>
    <dgm:cxn modelId="{1A4C4FAF-BD5B-4EA1-9C96-EA6A9E8D0103}" srcId="{28566CFA-1499-4B8F-B7FB-D70CFC14BEEA}" destId="{EE50ECEA-69E0-4653-81CC-B2CCD4196FEB}" srcOrd="2" destOrd="0" parTransId="{20079CCB-9A27-4F86-A51F-C7AFB38651B7}" sibTransId="{3BCB5924-0A93-411F-92AE-4CECE5FCEBF2}"/>
    <dgm:cxn modelId="{AB6D5183-AE32-44B7-B8B1-617B9CAA6C26}" type="presOf" srcId="{0796064D-37D5-42C1-B630-671BD2EF6DA6}" destId="{8B4B621D-4E84-4B66-BB70-1B75B5511B3C}" srcOrd="0" destOrd="0" presId="urn:microsoft.com/office/officeart/2005/8/layout/vList3"/>
    <dgm:cxn modelId="{D6D492D4-7C91-461A-8A40-2CF334E7A11C}" type="presOf" srcId="{4C5B0B56-1EF9-4EF4-BC8B-B1EB9E48462F}" destId="{AE69FB42-8D7C-46C5-BAD8-8791B1D59953}" srcOrd="0" destOrd="0" presId="urn:microsoft.com/office/officeart/2005/8/layout/vList3"/>
    <dgm:cxn modelId="{201D3019-02DD-4570-AEE6-666FF6435C04}" type="presOf" srcId="{1F0099A1-ECCF-47DF-9445-9082D2D16A8C}" destId="{0DE9560F-94AA-4B78-B8E0-5250BCEBA044}" srcOrd="0" destOrd="0" presId="urn:microsoft.com/office/officeart/2005/8/layout/vList3"/>
    <dgm:cxn modelId="{372969B1-10E6-4CAE-A55F-412937EF621F}" type="presOf" srcId="{E2551449-FA3D-4CB6-B2D9-704A4C134216}" destId="{90DE6428-2AA0-410D-8D86-DA27EDEB19C2}" srcOrd="0" destOrd="0" presId="urn:microsoft.com/office/officeart/2005/8/layout/vList3"/>
    <dgm:cxn modelId="{4F0B7A4F-95E0-4167-8ABD-AF8B2BAD995E}" type="presOf" srcId="{372A6760-63D9-4D21-A114-C8FAFB783DBA}" destId="{474A1090-343C-4961-BF57-3F63233A938D}" srcOrd="0" destOrd="0" presId="urn:microsoft.com/office/officeart/2005/8/layout/vList3"/>
    <dgm:cxn modelId="{5439428C-2C81-48B0-B098-1C9E330FCFCD}" srcId="{28566CFA-1499-4B8F-B7FB-D70CFC14BEEA}" destId="{1F0099A1-ECCF-47DF-9445-9082D2D16A8C}" srcOrd="0" destOrd="0" parTransId="{01FE8ECB-B3FA-4A4A-8286-9C3350231CD5}" sibTransId="{C3B4CA9E-5E0D-49DB-A10F-F16A04E9BE69}"/>
    <dgm:cxn modelId="{39DC729A-61D8-4EC4-AA23-3980B0EB1DE1}" srcId="{28566CFA-1499-4B8F-B7FB-D70CFC14BEEA}" destId="{BAABB203-597A-4121-BD7F-37EC5E690072}" srcOrd="4" destOrd="0" parTransId="{FB488214-9900-4CBF-80AF-CB9D144EDF94}" sibTransId="{E420B7ED-84A3-4F55-8A6A-B4A993FB8A2E}"/>
    <dgm:cxn modelId="{90794383-0DD7-4FF9-9492-30A6BE93D23E}" type="presOf" srcId="{28566CFA-1499-4B8F-B7FB-D70CFC14BEEA}" destId="{68D2C92E-9086-4BA1-964E-CBE06F960CCC}" srcOrd="0" destOrd="0" presId="urn:microsoft.com/office/officeart/2005/8/layout/vList3"/>
    <dgm:cxn modelId="{EB709F0F-7545-4162-9B31-574B974DE68C}" type="presOf" srcId="{3A011F8A-4F5F-4CA5-9E8E-8C56D30BAA10}" destId="{C8A960EB-BCD3-495E-BA9A-77D215EB7814}" srcOrd="0" destOrd="0" presId="urn:microsoft.com/office/officeart/2005/8/layout/vList3"/>
    <dgm:cxn modelId="{7F9C92F8-CF49-49EF-A26D-05288EA5CBDD}" srcId="{28566CFA-1499-4B8F-B7FB-D70CFC14BEEA}" destId="{4C5B0B56-1EF9-4EF4-BC8B-B1EB9E48462F}" srcOrd="9" destOrd="0" parTransId="{022EAD34-CE0A-4528-8761-D9F0C742236F}" sibTransId="{F43B603E-1B62-430C-9861-8C55B5B24112}"/>
    <dgm:cxn modelId="{FDBBB90F-BD7C-4AA9-8C71-0361FB230D4F}" srcId="{28566CFA-1499-4B8F-B7FB-D70CFC14BEEA}" destId="{372A6760-63D9-4D21-A114-C8FAFB783DBA}" srcOrd="1" destOrd="0" parTransId="{430824D6-5812-4686-A165-7BB39E4B0A44}" sibTransId="{4C7F70EE-7B0F-4AB7-90FE-D5DBB9EFC42A}"/>
    <dgm:cxn modelId="{C6F0F679-38D6-430B-B95B-9AB47EB1041F}" type="presOf" srcId="{E9B82931-E855-4251-AB76-BEBE7A30C550}" destId="{F2445A90-D076-4A15-827A-016DED02088D}" srcOrd="0" destOrd="0" presId="urn:microsoft.com/office/officeart/2005/8/layout/vList3"/>
    <dgm:cxn modelId="{11A7C8E6-6049-4011-9DFC-1352A049A8E9}" type="presOf" srcId="{BAABB203-597A-4121-BD7F-37EC5E690072}" destId="{73FCA741-87B0-4817-B20A-9DAA31FA4DF7}" srcOrd="0" destOrd="0" presId="urn:microsoft.com/office/officeart/2005/8/layout/vList3"/>
    <dgm:cxn modelId="{9AD11BFC-EF29-44E1-9C6D-E98B9D092306}" srcId="{28566CFA-1499-4B8F-B7FB-D70CFC14BEEA}" destId="{F70E9E34-EE39-454D-813B-23F4205815E2}" srcOrd="10" destOrd="0" parTransId="{4D04EB9D-E915-4F32-A0F9-3370713B977B}" sibTransId="{9E8DDD7B-7429-41F4-ACE6-C15AD32FC339}"/>
    <dgm:cxn modelId="{96F255EF-67DF-4C51-9B0E-C422288CE087}" srcId="{28566CFA-1499-4B8F-B7FB-D70CFC14BEEA}" destId="{FDF70C78-505D-4EBF-8AF3-6401B3AB9BC3}" srcOrd="11" destOrd="0" parTransId="{3F1B420E-501C-42B3-BC5C-CDB4092995B9}" sibTransId="{7EF4B7A9-96A0-4375-92D9-DEF48C12B60B}"/>
    <dgm:cxn modelId="{44BBF3B3-6F62-472A-8A8A-5F99DDC68284}" type="presOf" srcId="{AFB99A5A-7D10-4D6E-B307-792C7848C5BE}" destId="{C0C2A467-CA3A-454C-B780-C943E9A67C3D}" srcOrd="0" destOrd="0" presId="urn:microsoft.com/office/officeart/2005/8/layout/vList3"/>
    <dgm:cxn modelId="{E2B2F58D-ED75-4230-AE15-6B5EE54D57F6}" srcId="{28566CFA-1499-4B8F-B7FB-D70CFC14BEEA}" destId="{E9B82931-E855-4251-AB76-BEBE7A30C550}" srcOrd="5" destOrd="0" parTransId="{C6853ED9-32FA-4F70-939D-A470ECBA649B}" sibTransId="{67495489-B55A-47CC-BAC3-F194D2EBBC4F}"/>
    <dgm:cxn modelId="{EA8BF34C-B755-4AF1-8B60-ACD9775E1A0B}" type="presParOf" srcId="{68D2C92E-9086-4BA1-964E-CBE06F960CCC}" destId="{451D8A8E-F8D0-43C9-9B92-B3249973AB2B}" srcOrd="0" destOrd="0" presId="urn:microsoft.com/office/officeart/2005/8/layout/vList3"/>
    <dgm:cxn modelId="{71794F80-1B8B-40B3-AED1-52817D85902A}" type="presParOf" srcId="{451D8A8E-F8D0-43C9-9B92-B3249973AB2B}" destId="{65FB4476-FDFA-4D6E-A752-4E3513BE8B27}" srcOrd="0" destOrd="0" presId="urn:microsoft.com/office/officeart/2005/8/layout/vList3"/>
    <dgm:cxn modelId="{6BB22A0F-9540-42B2-8EB8-8BB827CA1FBC}" type="presParOf" srcId="{451D8A8E-F8D0-43C9-9B92-B3249973AB2B}" destId="{0DE9560F-94AA-4B78-B8E0-5250BCEBA044}" srcOrd="1" destOrd="0" presId="urn:microsoft.com/office/officeart/2005/8/layout/vList3"/>
    <dgm:cxn modelId="{27CA064C-20EA-4EB9-BA1C-F215733C3781}" type="presParOf" srcId="{68D2C92E-9086-4BA1-964E-CBE06F960CCC}" destId="{12640A9F-404D-4DC3-A654-0D530DDBF3B8}" srcOrd="1" destOrd="0" presId="urn:microsoft.com/office/officeart/2005/8/layout/vList3"/>
    <dgm:cxn modelId="{582315B7-D38F-4614-AA5B-9057646BC3BF}" type="presParOf" srcId="{68D2C92E-9086-4BA1-964E-CBE06F960CCC}" destId="{32ABA8A0-D412-49C3-A4D6-531AD6F523DA}" srcOrd="2" destOrd="0" presId="urn:microsoft.com/office/officeart/2005/8/layout/vList3"/>
    <dgm:cxn modelId="{5541CEB0-8F1C-46F1-A690-26BF94AD8E10}" type="presParOf" srcId="{32ABA8A0-D412-49C3-A4D6-531AD6F523DA}" destId="{20D1CF8A-09EB-476E-8BF6-B64C3A82970D}" srcOrd="0" destOrd="0" presId="urn:microsoft.com/office/officeart/2005/8/layout/vList3"/>
    <dgm:cxn modelId="{59CCD2C3-3FA6-48F9-9F2B-FE7F3C80A9F0}" type="presParOf" srcId="{32ABA8A0-D412-49C3-A4D6-531AD6F523DA}" destId="{474A1090-343C-4961-BF57-3F63233A938D}" srcOrd="1" destOrd="0" presId="urn:microsoft.com/office/officeart/2005/8/layout/vList3"/>
    <dgm:cxn modelId="{16F991EC-5A32-4788-B7DB-A8E70F1D7608}" type="presParOf" srcId="{68D2C92E-9086-4BA1-964E-CBE06F960CCC}" destId="{04F93A57-B315-4899-93B7-97E1001423AA}" srcOrd="3" destOrd="0" presId="urn:microsoft.com/office/officeart/2005/8/layout/vList3"/>
    <dgm:cxn modelId="{B029A4C9-31BB-4877-956A-A7B9D7E733CD}" type="presParOf" srcId="{68D2C92E-9086-4BA1-964E-CBE06F960CCC}" destId="{51D287E5-F60C-4A7E-AF83-929674607885}" srcOrd="4" destOrd="0" presId="urn:microsoft.com/office/officeart/2005/8/layout/vList3"/>
    <dgm:cxn modelId="{3437382A-D4CC-41EE-87C4-B2AD79FD0FA1}" type="presParOf" srcId="{51D287E5-F60C-4A7E-AF83-929674607885}" destId="{72BBCA87-FF65-4C69-9FAC-0937E388895A}" srcOrd="0" destOrd="0" presId="urn:microsoft.com/office/officeart/2005/8/layout/vList3"/>
    <dgm:cxn modelId="{6FB0909E-54AD-4709-8D87-F27C03916233}" type="presParOf" srcId="{51D287E5-F60C-4A7E-AF83-929674607885}" destId="{1CD2C0B2-6E90-46D8-9A70-01E51345D599}" srcOrd="1" destOrd="0" presId="urn:microsoft.com/office/officeart/2005/8/layout/vList3"/>
    <dgm:cxn modelId="{4DFE150F-9044-457E-984F-F02A03148BD5}" type="presParOf" srcId="{68D2C92E-9086-4BA1-964E-CBE06F960CCC}" destId="{E51B3959-70EE-4837-86CA-448E398E9B86}" srcOrd="5" destOrd="0" presId="urn:microsoft.com/office/officeart/2005/8/layout/vList3"/>
    <dgm:cxn modelId="{8B5EF384-D0A6-4EDF-84B3-0F78D47FE34D}" type="presParOf" srcId="{68D2C92E-9086-4BA1-964E-CBE06F960CCC}" destId="{51E8119F-669A-4E97-A04C-F6FE4A25A23F}" srcOrd="6" destOrd="0" presId="urn:microsoft.com/office/officeart/2005/8/layout/vList3"/>
    <dgm:cxn modelId="{B283FB29-B63C-4137-8EC1-F91DD6D3A0CC}" type="presParOf" srcId="{51E8119F-669A-4E97-A04C-F6FE4A25A23F}" destId="{1547801C-2540-47F9-821A-9698B2C00CA0}" srcOrd="0" destOrd="0" presId="urn:microsoft.com/office/officeart/2005/8/layout/vList3"/>
    <dgm:cxn modelId="{CB462CDF-2E32-44A4-BB9F-81267F657689}" type="presParOf" srcId="{51E8119F-669A-4E97-A04C-F6FE4A25A23F}" destId="{90DE6428-2AA0-410D-8D86-DA27EDEB19C2}" srcOrd="1" destOrd="0" presId="urn:microsoft.com/office/officeart/2005/8/layout/vList3"/>
    <dgm:cxn modelId="{BEBDF4C8-5401-45EE-9A3F-8A6965B9C9A9}" type="presParOf" srcId="{68D2C92E-9086-4BA1-964E-CBE06F960CCC}" destId="{B47858E0-FEA9-4BD5-BD0A-E6ACE52E028B}" srcOrd="7" destOrd="0" presId="urn:microsoft.com/office/officeart/2005/8/layout/vList3"/>
    <dgm:cxn modelId="{D0C48094-E490-4D1E-8D5A-59527EAF75F6}" type="presParOf" srcId="{68D2C92E-9086-4BA1-964E-CBE06F960CCC}" destId="{8B523448-9E4E-4AB4-82A1-6A4B45F267DE}" srcOrd="8" destOrd="0" presId="urn:microsoft.com/office/officeart/2005/8/layout/vList3"/>
    <dgm:cxn modelId="{6AD6BEA3-3ECA-4B24-874A-E21AC305A385}" type="presParOf" srcId="{8B523448-9E4E-4AB4-82A1-6A4B45F267DE}" destId="{055A9BDD-AD64-4254-BE0B-C2A726612618}" srcOrd="0" destOrd="0" presId="urn:microsoft.com/office/officeart/2005/8/layout/vList3"/>
    <dgm:cxn modelId="{C1FAAEDC-5A60-4945-86CA-1BFC98AE882C}" type="presParOf" srcId="{8B523448-9E4E-4AB4-82A1-6A4B45F267DE}" destId="{73FCA741-87B0-4817-B20A-9DAA31FA4DF7}" srcOrd="1" destOrd="0" presId="urn:microsoft.com/office/officeart/2005/8/layout/vList3"/>
    <dgm:cxn modelId="{C094A8DA-C525-40D8-AC89-B650AFE67958}" type="presParOf" srcId="{68D2C92E-9086-4BA1-964E-CBE06F960CCC}" destId="{3E499BEC-158D-4594-BCF2-386866FE27A5}" srcOrd="9" destOrd="0" presId="urn:microsoft.com/office/officeart/2005/8/layout/vList3"/>
    <dgm:cxn modelId="{337E475E-669C-4500-A2ED-CA4907A7AB3A}" type="presParOf" srcId="{68D2C92E-9086-4BA1-964E-CBE06F960CCC}" destId="{CAD9FFC3-B14A-4363-9FF8-278E7A01FB0A}" srcOrd="10" destOrd="0" presId="urn:microsoft.com/office/officeart/2005/8/layout/vList3"/>
    <dgm:cxn modelId="{0DA08ABC-F391-4B8E-B4BB-56B25CBC0057}" type="presParOf" srcId="{CAD9FFC3-B14A-4363-9FF8-278E7A01FB0A}" destId="{42170726-3513-459C-BF28-8E7B470A1660}" srcOrd="0" destOrd="0" presId="urn:microsoft.com/office/officeart/2005/8/layout/vList3"/>
    <dgm:cxn modelId="{86C1A64D-2346-4215-A276-92735B38D62D}" type="presParOf" srcId="{CAD9FFC3-B14A-4363-9FF8-278E7A01FB0A}" destId="{F2445A90-D076-4A15-827A-016DED02088D}" srcOrd="1" destOrd="0" presId="urn:microsoft.com/office/officeart/2005/8/layout/vList3"/>
    <dgm:cxn modelId="{E9903B23-556C-4106-922A-3CF13C157F68}" type="presParOf" srcId="{68D2C92E-9086-4BA1-964E-CBE06F960CCC}" destId="{ADE5D9CE-6102-427B-9B4B-810961E8C470}" srcOrd="11" destOrd="0" presId="urn:microsoft.com/office/officeart/2005/8/layout/vList3"/>
    <dgm:cxn modelId="{E893B883-E7F2-4840-AAE1-21543D186424}" type="presParOf" srcId="{68D2C92E-9086-4BA1-964E-CBE06F960CCC}" destId="{4826E4BE-935A-41C0-A850-92148F14EE9A}" srcOrd="12" destOrd="0" presId="urn:microsoft.com/office/officeart/2005/8/layout/vList3"/>
    <dgm:cxn modelId="{9EEDE331-72F6-4F85-8A88-502210D2E4DF}" type="presParOf" srcId="{4826E4BE-935A-41C0-A850-92148F14EE9A}" destId="{E5287D00-988D-4762-9427-95CDA9C310A9}" srcOrd="0" destOrd="0" presId="urn:microsoft.com/office/officeart/2005/8/layout/vList3"/>
    <dgm:cxn modelId="{0EECCD6C-C572-472B-863F-BF4796691E67}" type="presParOf" srcId="{4826E4BE-935A-41C0-A850-92148F14EE9A}" destId="{8B4B621D-4E84-4B66-BB70-1B75B5511B3C}" srcOrd="1" destOrd="0" presId="urn:microsoft.com/office/officeart/2005/8/layout/vList3"/>
    <dgm:cxn modelId="{52F65731-1870-4149-8965-2646C6660317}" type="presParOf" srcId="{68D2C92E-9086-4BA1-964E-CBE06F960CCC}" destId="{135750F4-FEC1-4CC9-9ADA-1D2425723AB7}" srcOrd="13" destOrd="0" presId="urn:microsoft.com/office/officeart/2005/8/layout/vList3"/>
    <dgm:cxn modelId="{4967BF4C-D1DA-4053-BCE6-D10184B81738}" type="presParOf" srcId="{68D2C92E-9086-4BA1-964E-CBE06F960CCC}" destId="{0CAEAA1F-7AE0-4677-83F9-12B904DFFEA9}" srcOrd="14" destOrd="0" presId="urn:microsoft.com/office/officeart/2005/8/layout/vList3"/>
    <dgm:cxn modelId="{9D4E6406-2AD9-4F2B-9167-71953AE1F4D3}" type="presParOf" srcId="{0CAEAA1F-7AE0-4677-83F9-12B904DFFEA9}" destId="{EB01CB9E-701D-4B15-B958-13ECCCEC820B}" srcOrd="0" destOrd="0" presId="urn:microsoft.com/office/officeart/2005/8/layout/vList3"/>
    <dgm:cxn modelId="{0155471E-B027-41D4-9783-D4801320B383}" type="presParOf" srcId="{0CAEAA1F-7AE0-4677-83F9-12B904DFFEA9}" destId="{C0C2A467-CA3A-454C-B780-C943E9A67C3D}" srcOrd="1" destOrd="0" presId="urn:microsoft.com/office/officeart/2005/8/layout/vList3"/>
    <dgm:cxn modelId="{E4AFEA1C-D323-4171-8335-33F89336C9A8}" type="presParOf" srcId="{68D2C92E-9086-4BA1-964E-CBE06F960CCC}" destId="{EF963322-973D-4CD4-A5AB-303C82682141}" srcOrd="15" destOrd="0" presId="urn:microsoft.com/office/officeart/2005/8/layout/vList3"/>
    <dgm:cxn modelId="{9DACB32D-2231-4F0F-91B2-F92AD5789CBD}" type="presParOf" srcId="{68D2C92E-9086-4BA1-964E-CBE06F960CCC}" destId="{A94719C5-E638-4D05-8299-67E634CA9E87}" srcOrd="16" destOrd="0" presId="urn:microsoft.com/office/officeart/2005/8/layout/vList3"/>
    <dgm:cxn modelId="{4C1B3A76-F05F-4DFE-A04B-758D04A83AB9}" type="presParOf" srcId="{A94719C5-E638-4D05-8299-67E634CA9E87}" destId="{99457B92-24EF-460A-8E33-16CA74EE6B30}" srcOrd="0" destOrd="0" presId="urn:microsoft.com/office/officeart/2005/8/layout/vList3"/>
    <dgm:cxn modelId="{D1103E25-ED55-416F-A880-938F1D50A16A}" type="presParOf" srcId="{A94719C5-E638-4D05-8299-67E634CA9E87}" destId="{C8A960EB-BCD3-495E-BA9A-77D215EB7814}" srcOrd="1" destOrd="0" presId="urn:microsoft.com/office/officeart/2005/8/layout/vList3"/>
    <dgm:cxn modelId="{4817B920-80E4-4D9F-9FF4-1892F9EC131D}" type="presParOf" srcId="{68D2C92E-9086-4BA1-964E-CBE06F960CCC}" destId="{75EC6185-37B6-48C0-9940-5D9330B34176}" srcOrd="17" destOrd="0" presId="urn:microsoft.com/office/officeart/2005/8/layout/vList3"/>
    <dgm:cxn modelId="{ED814206-E240-4E84-99FB-C7289D953AAD}" type="presParOf" srcId="{68D2C92E-9086-4BA1-964E-CBE06F960CCC}" destId="{D7702F90-DA27-4574-A441-929DAE74A380}" srcOrd="18" destOrd="0" presId="urn:microsoft.com/office/officeart/2005/8/layout/vList3"/>
    <dgm:cxn modelId="{6D9FF078-ACF8-4E05-9F6E-C89DE555F1B5}" type="presParOf" srcId="{D7702F90-DA27-4574-A441-929DAE74A380}" destId="{D0F3D863-194E-4F82-8B85-E20403A03C41}" srcOrd="0" destOrd="0" presId="urn:microsoft.com/office/officeart/2005/8/layout/vList3"/>
    <dgm:cxn modelId="{8C566CFF-3B11-4819-9D40-8A23D8858E41}" type="presParOf" srcId="{D7702F90-DA27-4574-A441-929DAE74A380}" destId="{AE69FB42-8D7C-46C5-BAD8-8791B1D59953}" srcOrd="1" destOrd="0" presId="urn:microsoft.com/office/officeart/2005/8/layout/vList3"/>
    <dgm:cxn modelId="{32D17F90-36C9-4E2E-948B-574887CE93E7}" type="presParOf" srcId="{68D2C92E-9086-4BA1-964E-CBE06F960CCC}" destId="{B209F5CC-BA28-4888-9824-9B923522722E}" srcOrd="19" destOrd="0" presId="urn:microsoft.com/office/officeart/2005/8/layout/vList3"/>
    <dgm:cxn modelId="{FD6386AD-8213-4896-8C56-7CFA94E44187}" type="presParOf" srcId="{68D2C92E-9086-4BA1-964E-CBE06F960CCC}" destId="{52FDFCDE-CC85-4E23-AA49-AFBDFDD218CB}" srcOrd="20" destOrd="0" presId="urn:microsoft.com/office/officeart/2005/8/layout/vList3"/>
    <dgm:cxn modelId="{F8379D08-4588-48FF-A9D3-2A38E343A7FD}" type="presParOf" srcId="{52FDFCDE-CC85-4E23-AA49-AFBDFDD218CB}" destId="{25247C40-89D8-4CF1-B758-660D13F6C850}" srcOrd="0" destOrd="0" presId="urn:microsoft.com/office/officeart/2005/8/layout/vList3"/>
    <dgm:cxn modelId="{851A329B-B05F-44D5-B574-BAEA61B33A8E}" type="presParOf" srcId="{52FDFCDE-CC85-4E23-AA49-AFBDFDD218CB}" destId="{674A17E4-443A-41E4-B617-3CB6CEDFC6E9}" srcOrd="1" destOrd="0" presId="urn:microsoft.com/office/officeart/2005/8/layout/vList3"/>
    <dgm:cxn modelId="{2CE8A0D5-3244-429F-BD82-FA2A005D3671}" type="presParOf" srcId="{68D2C92E-9086-4BA1-964E-CBE06F960CCC}" destId="{18262B53-4814-4F10-9522-CD297BE47838}" srcOrd="21" destOrd="0" presId="urn:microsoft.com/office/officeart/2005/8/layout/vList3"/>
    <dgm:cxn modelId="{022B9EF8-1CF7-4014-9735-98909B9A6B12}" type="presParOf" srcId="{68D2C92E-9086-4BA1-964E-CBE06F960CCC}" destId="{F4F3BDCF-C59F-4474-A735-54F6A1C4BE9D}" srcOrd="22" destOrd="0" presId="urn:microsoft.com/office/officeart/2005/8/layout/vList3"/>
    <dgm:cxn modelId="{42299798-3CCE-4E21-8DA2-1EB262FCF8BF}" type="presParOf" srcId="{F4F3BDCF-C59F-4474-A735-54F6A1C4BE9D}" destId="{C23B9507-7BDF-4F85-A450-A6FB0F9A6886}" srcOrd="0" destOrd="0" presId="urn:microsoft.com/office/officeart/2005/8/layout/vList3"/>
    <dgm:cxn modelId="{CE75A86A-E9B4-4583-A77F-65C6B50D04B6}" type="presParOf" srcId="{F4F3BDCF-C59F-4474-A735-54F6A1C4BE9D}" destId="{3240F80C-159C-4D9E-B757-438CEF6A15B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CA54D-7404-435A-A17B-F2F3867F3706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5508E1-7E15-4092-A690-B6821664334F}">
      <dgm:prSet phldrT="[Текст]"/>
      <dgm:spPr>
        <a:solidFill>
          <a:srgbClr val="8CCADB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b="1">
              <a:latin typeface="Century Gothic" panose="020B0502020202020204" pitchFamily="34" charset="0"/>
              <a:cs typeface="Arial" panose="020B0604020202020204" pitchFamily="34" charset="0"/>
            </a:rPr>
            <a:t>Строка 3.0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b="1">
              <a:latin typeface="Century Gothic" panose="020B0502020202020204" pitchFamily="34" charset="0"/>
              <a:cs typeface="Arial" panose="020B0604020202020204" pitchFamily="34" charset="0"/>
            </a:rPr>
            <a:t>«Новообразования»</a:t>
          </a:r>
          <a:endParaRPr lang="ru-RU" dirty="0"/>
        </a:p>
      </dgm:t>
    </dgm:pt>
    <dgm:pt modelId="{0DEAE3BB-4DFC-46D0-B677-5A1D5C4BAF75}" type="parTrans" cxnId="{11D92925-62B8-4EC5-8878-8A48E106C364}">
      <dgm:prSet/>
      <dgm:spPr/>
      <dgm:t>
        <a:bodyPr/>
        <a:lstStyle/>
        <a:p>
          <a:endParaRPr lang="ru-RU"/>
        </a:p>
      </dgm:t>
    </dgm:pt>
    <dgm:pt modelId="{28A77A7D-AA44-475D-BCC9-D12C7972CCCC}" type="sibTrans" cxnId="{11D92925-62B8-4EC5-8878-8A48E106C364}">
      <dgm:prSet/>
      <dgm:spPr/>
      <dgm:t>
        <a:bodyPr/>
        <a:lstStyle/>
        <a:p>
          <a:endParaRPr lang="ru-RU"/>
        </a:p>
      </dgm:t>
    </dgm:pt>
    <dgm:pt modelId="{2342F2CD-F031-492E-AC0C-5D45E0B06C04}">
      <dgm:prSet phldrT="[Текст]"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№10 «Отчет о больных и заболеваниях злокачественными новообразованиями»</a:t>
          </a:r>
          <a:endParaRPr lang="ru-RU" dirty="0"/>
        </a:p>
      </dgm:t>
    </dgm:pt>
    <dgm:pt modelId="{05720C14-A56F-4731-A99C-0C34C9FDDA0D}" type="parTrans" cxnId="{DA5C1073-15C6-4D70-A640-A76A91B6BD9B}">
      <dgm:prSet/>
      <dgm:spPr/>
      <dgm:t>
        <a:bodyPr/>
        <a:lstStyle/>
        <a:p>
          <a:endParaRPr lang="ru-RU"/>
        </a:p>
      </dgm:t>
    </dgm:pt>
    <dgm:pt modelId="{10438CF6-8B98-48B6-A0B0-73104FD6AD90}" type="sibTrans" cxnId="{DA5C1073-15C6-4D70-A640-A76A91B6BD9B}">
      <dgm:prSet/>
      <dgm:spPr/>
      <dgm:t>
        <a:bodyPr/>
        <a:lstStyle/>
        <a:p>
          <a:endParaRPr lang="ru-RU"/>
        </a:p>
      </dgm:t>
    </dgm:pt>
    <dgm:pt modelId="{D64781CF-AB8E-45B7-94C5-2B0BD0C2829A}">
      <dgm:prSet phldrT="[Текст]"/>
      <dgm:spPr>
        <a:solidFill>
          <a:srgbClr val="8CCADB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b="1">
              <a:latin typeface="Century Gothic" panose="020B0502020202020204" pitchFamily="34" charset="0"/>
              <a:cs typeface="Arial" panose="020B0604020202020204" pitchFamily="34" charset="0"/>
            </a:rPr>
            <a:t>Строка 6.0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b="1">
              <a:latin typeface="Century Gothic" panose="020B0502020202020204" pitchFamily="34" charset="0"/>
              <a:cs typeface="Arial" panose="020B0604020202020204" pitchFamily="34" charset="0"/>
            </a:rPr>
            <a:t>«Психические расстройства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b="1">
              <a:latin typeface="Century Gothic" panose="020B0502020202020204" pitchFamily="34" charset="0"/>
              <a:cs typeface="Arial" panose="020B0604020202020204" pitchFamily="34" charset="0"/>
            </a:rPr>
            <a:t>и расстройства поведения»</a:t>
          </a:r>
          <a:endParaRPr lang="ru-RU" dirty="0"/>
        </a:p>
      </dgm:t>
    </dgm:pt>
    <dgm:pt modelId="{E9E32B0F-A90C-4392-A6B9-5792C3EC855E}" type="parTrans" cxnId="{01651BBE-9E17-43AC-A332-768F05101E1A}">
      <dgm:prSet/>
      <dgm:spPr/>
      <dgm:t>
        <a:bodyPr/>
        <a:lstStyle/>
        <a:p>
          <a:endParaRPr lang="ru-RU"/>
        </a:p>
      </dgm:t>
    </dgm:pt>
    <dgm:pt modelId="{1AC5419A-A1F0-4C91-B219-7DC71B23118E}" type="sibTrans" cxnId="{01651BBE-9E17-43AC-A332-768F05101E1A}">
      <dgm:prSet/>
      <dgm:spPr/>
      <dgm:t>
        <a:bodyPr/>
        <a:lstStyle/>
        <a:p>
          <a:endParaRPr lang="ru-RU"/>
        </a:p>
      </dgm:t>
    </dgm:pt>
    <dgm:pt modelId="{F5E86455-0591-417A-9149-F85038740D38}">
      <dgm:prSet phldrT="[Текст]"/>
      <dgm:spPr/>
      <dgm:t>
        <a:bodyPr/>
        <a:lstStyle/>
        <a:p>
          <a:r>
            <a:rPr lang="ru-RU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№13 «Отчет о заболеваниях и контингентах больных психическими и поведенческими расстройствами»</a:t>
          </a:r>
          <a:endParaRPr lang="ru-RU" dirty="0"/>
        </a:p>
      </dgm:t>
    </dgm:pt>
    <dgm:pt modelId="{0FA8E36E-173D-4491-93A7-16064861A1B9}" type="parTrans" cxnId="{37454895-EA76-4440-B515-DAD1CA830F16}">
      <dgm:prSet/>
      <dgm:spPr/>
      <dgm:t>
        <a:bodyPr/>
        <a:lstStyle/>
        <a:p>
          <a:endParaRPr lang="ru-RU"/>
        </a:p>
      </dgm:t>
    </dgm:pt>
    <dgm:pt modelId="{6A1A7325-E52F-46B4-B0CC-1E5B3EB78DED}" type="sibTrans" cxnId="{37454895-EA76-4440-B515-DAD1CA830F16}">
      <dgm:prSet/>
      <dgm:spPr/>
      <dgm:t>
        <a:bodyPr/>
        <a:lstStyle/>
        <a:p>
          <a:endParaRPr lang="ru-RU"/>
        </a:p>
      </dgm:t>
    </dgm:pt>
    <dgm:pt modelId="{B006C259-084B-4379-9A45-B0024EF2E457}">
      <dgm:prSet/>
      <dgm:spPr/>
      <dgm:t>
        <a:bodyPr/>
        <a:lstStyle/>
        <a:p>
          <a:r>
            <a:rPr lang="ru-RU">
              <a:latin typeface="Century Gothic" panose="020B0502020202020204" pitchFamily="34" charset="0"/>
              <a:cs typeface="Arial" panose="020B0604020202020204" pitchFamily="34" charset="0"/>
            </a:rPr>
            <a:t>таблица №1000</a:t>
          </a:r>
          <a:endParaRPr lang="ru-RU" dirty="0">
            <a:latin typeface="Century Gothic" panose="020B0502020202020204" pitchFamily="34" charset="0"/>
            <a:cs typeface="Arial" panose="020B0604020202020204" pitchFamily="34" charset="0"/>
          </a:endParaRPr>
        </a:p>
      </dgm:t>
    </dgm:pt>
    <dgm:pt modelId="{3CAE62EE-B46D-400D-AFCD-0B74BC5AF857}" type="parTrans" cxnId="{C2DDF397-EE85-45F6-8B89-3C481EE55AE0}">
      <dgm:prSet/>
      <dgm:spPr/>
      <dgm:t>
        <a:bodyPr/>
        <a:lstStyle/>
        <a:p>
          <a:endParaRPr lang="ru-RU"/>
        </a:p>
      </dgm:t>
    </dgm:pt>
    <dgm:pt modelId="{F48D2C9B-6182-4738-B979-F5325EB02BB2}" type="sibTrans" cxnId="{C2DDF397-EE85-45F6-8B89-3C481EE55AE0}">
      <dgm:prSet/>
      <dgm:spPr/>
      <dgm:t>
        <a:bodyPr/>
        <a:lstStyle/>
        <a:p>
          <a:endParaRPr lang="ru-RU"/>
        </a:p>
      </dgm:t>
    </dgm:pt>
    <dgm:pt modelId="{56638958-A4A4-4900-B067-E5088B7E9662}">
      <dgm:prSet/>
      <dgm:spPr/>
      <dgm:t>
        <a:bodyPr/>
        <a:lstStyle/>
        <a:p>
          <a:r>
            <a:rPr lang="ru-RU">
              <a:latin typeface="Century Gothic" panose="020B0502020202020204" pitchFamily="34" charset="0"/>
              <a:cs typeface="Arial" panose="020B0604020202020204" pitchFamily="34" charset="0"/>
            </a:rPr>
            <a:t>графа №1 «Всего»  по строкам № 01 и 02</a:t>
          </a:r>
          <a:endParaRPr lang="ru-RU" dirty="0">
            <a:latin typeface="Century Gothic" panose="020B0502020202020204" pitchFamily="34" charset="0"/>
            <a:cs typeface="Arial" panose="020B0604020202020204" pitchFamily="34" charset="0"/>
          </a:endParaRPr>
        </a:p>
      </dgm:t>
    </dgm:pt>
    <dgm:pt modelId="{E31D7DB9-72DD-44C8-A0DD-BC64AC870B6E}" type="parTrans" cxnId="{ED725BD3-ACAA-4A85-A308-CB759B3E0132}">
      <dgm:prSet/>
      <dgm:spPr/>
      <dgm:t>
        <a:bodyPr/>
        <a:lstStyle/>
        <a:p>
          <a:endParaRPr lang="ru-RU"/>
        </a:p>
      </dgm:t>
    </dgm:pt>
    <dgm:pt modelId="{B7393A42-0B54-4B6D-AC93-088A5C8C21AB}" type="sibTrans" cxnId="{ED725BD3-ACAA-4A85-A308-CB759B3E0132}">
      <dgm:prSet/>
      <dgm:spPr/>
      <dgm:t>
        <a:bodyPr/>
        <a:lstStyle/>
        <a:p>
          <a:endParaRPr lang="ru-RU"/>
        </a:p>
      </dgm:t>
    </dgm:pt>
    <dgm:pt modelId="{E8FF7643-5D06-4E3D-ADB0-105BD8BD9B09}">
      <dgm:prSet phldrT="[Текст]"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таблица №1000</a:t>
          </a:r>
          <a:endParaRPr lang="ru-RU" dirty="0"/>
        </a:p>
      </dgm:t>
    </dgm:pt>
    <dgm:pt modelId="{0AB651D6-E5A7-4C08-A21F-05006BEE6289}" type="parTrans" cxnId="{D9C6E721-23B8-4D0C-8C1B-48EE316B1264}">
      <dgm:prSet/>
      <dgm:spPr/>
      <dgm:t>
        <a:bodyPr/>
        <a:lstStyle/>
        <a:p>
          <a:endParaRPr lang="ru-RU"/>
        </a:p>
      </dgm:t>
    </dgm:pt>
    <dgm:pt modelId="{F82A3797-AA52-4DBF-AEF1-BE4748C9C199}" type="sibTrans" cxnId="{D9C6E721-23B8-4D0C-8C1B-48EE316B1264}">
      <dgm:prSet/>
      <dgm:spPr/>
      <dgm:t>
        <a:bodyPr/>
        <a:lstStyle/>
        <a:p>
          <a:endParaRPr lang="ru-RU"/>
        </a:p>
      </dgm:t>
    </dgm:pt>
    <dgm:pt modelId="{3865467B-A74F-4EBA-BFF3-7652512D2B57}">
      <dgm:prSet phldrT="[Текст]"/>
      <dgm:spPr/>
      <dgm:t>
        <a:bodyPr/>
        <a:lstStyle/>
        <a:p>
          <a:r>
            <a:rPr lang="ru-RU">
              <a:latin typeface="Century Gothic" panose="020B0502020202020204" pitchFamily="34" charset="0"/>
              <a:cs typeface="Arial" panose="020B0604020202020204" pitchFamily="34" charset="0"/>
            </a:rPr>
            <a:t>графа №1 «Всего» по строкам № 01 и 02</a:t>
          </a:r>
          <a:endParaRPr lang="ru-RU" dirty="0"/>
        </a:p>
      </dgm:t>
    </dgm:pt>
    <dgm:pt modelId="{EDEF18E3-6B40-4AA6-98BF-A7C520DEA1BB}" type="parTrans" cxnId="{E01D74AF-F07C-4A8C-8048-14C8B8426ED3}">
      <dgm:prSet/>
      <dgm:spPr/>
      <dgm:t>
        <a:bodyPr/>
        <a:lstStyle/>
        <a:p>
          <a:endParaRPr lang="ru-RU"/>
        </a:p>
      </dgm:t>
    </dgm:pt>
    <dgm:pt modelId="{2DF948A2-294D-4D7F-AB2E-201C8F8C2F02}" type="sibTrans" cxnId="{E01D74AF-F07C-4A8C-8048-14C8B8426ED3}">
      <dgm:prSet/>
      <dgm:spPr/>
      <dgm:t>
        <a:bodyPr/>
        <a:lstStyle/>
        <a:p>
          <a:endParaRPr lang="ru-RU"/>
        </a:p>
      </dgm:t>
    </dgm:pt>
    <dgm:pt modelId="{1423C589-E974-4A81-A922-4859A01D9750}" type="pres">
      <dgm:prSet presAssocID="{C0ECA54D-7404-435A-A17B-F2F3867F370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28400B8-E018-43D3-BBD4-5BD5BC2D0BB5}" type="pres">
      <dgm:prSet presAssocID="{D05508E1-7E15-4092-A690-B6821664334F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1186AF-7F99-49B1-A7C4-1ADCE31C4C0F}" type="pres">
      <dgm:prSet presAssocID="{D05508E1-7E15-4092-A690-B6821664334F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0FF424-5A8F-4800-8E39-C3ED0F790A19}" type="pres">
      <dgm:prSet presAssocID="{D64781CF-AB8E-45B7-94C5-2B0BD0C2829A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C9A321-8786-4C53-A133-C49A2CC9E097}" type="pres">
      <dgm:prSet presAssocID="{D64781CF-AB8E-45B7-94C5-2B0BD0C2829A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1D92925-62B8-4EC5-8878-8A48E106C364}" srcId="{C0ECA54D-7404-435A-A17B-F2F3867F3706}" destId="{D05508E1-7E15-4092-A690-B6821664334F}" srcOrd="0" destOrd="0" parTransId="{0DEAE3BB-4DFC-46D0-B677-5A1D5C4BAF75}" sibTransId="{28A77A7D-AA44-475D-BCC9-D12C7972CCCC}"/>
    <dgm:cxn modelId="{37454895-EA76-4440-B515-DAD1CA830F16}" srcId="{D64781CF-AB8E-45B7-94C5-2B0BD0C2829A}" destId="{F5E86455-0591-417A-9149-F85038740D38}" srcOrd="0" destOrd="0" parTransId="{0FA8E36E-173D-4491-93A7-16064861A1B9}" sibTransId="{6A1A7325-E52F-46B4-B0CC-1E5B3EB78DED}"/>
    <dgm:cxn modelId="{ED725BD3-ACAA-4A85-A308-CB759B3E0132}" srcId="{D05508E1-7E15-4092-A690-B6821664334F}" destId="{56638958-A4A4-4900-B067-E5088B7E9662}" srcOrd="2" destOrd="0" parTransId="{E31D7DB9-72DD-44C8-A0DD-BC64AC870B6E}" sibTransId="{B7393A42-0B54-4B6D-AC93-088A5C8C21AB}"/>
    <dgm:cxn modelId="{CD3A2113-27E7-4B26-BB22-B68F05541711}" type="presOf" srcId="{D64781CF-AB8E-45B7-94C5-2B0BD0C2829A}" destId="{4F0FF424-5A8F-4800-8E39-C3ED0F790A19}" srcOrd="0" destOrd="0" presId="urn:microsoft.com/office/officeart/2005/8/layout/vList2"/>
    <dgm:cxn modelId="{AAA63FCB-B5B0-45B6-AFE8-D473A0B7D3A0}" type="presOf" srcId="{56638958-A4A4-4900-B067-E5088B7E9662}" destId="{1E1186AF-7F99-49B1-A7C4-1ADCE31C4C0F}" srcOrd="0" destOrd="2" presId="urn:microsoft.com/office/officeart/2005/8/layout/vList2"/>
    <dgm:cxn modelId="{E8EDDE47-115B-4C31-920C-CFA9E8C9AE5D}" type="presOf" srcId="{3865467B-A74F-4EBA-BFF3-7652512D2B57}" destId="{B2C9A321-8786-4C53-A133-C49A2CC9E097}" srcOrd="0" destOrd="2" presId="urn:microsoft.com/office/officeart/2005/8/layout/vList2"/>
    <dgm:cxn modelId="{A8681651-F192-4D94-8CF6-3FDE985DF340}" type="presOf" srcId="{D05508E1-7E15-4092-A690-B6821664334F}" destId="{728400B8-E018-43D3-BBD4-5BD5BC2D0BB5}" srcOrd="0" destOrd="0" presId="urn:microsoft.com/office/officeart/2005/8/layout/vList2"/>
    <dgm:cxn modelId="{E01D74AF-F07C-4A8C-8048-14C8B8426ED3}" srcId="{D64781CF-AB8E-45B7-94C5-2B0BD0C2829A}" destId="{3865467B-A74F-4EBA-BFF3-7652512D2B57}" srcOrd="2" destOrd="0" parTransId="{EDEF18E3-6B40-4AA6-98BF-A7C520DEA1BB}" sibTransId="{2DF948A2-294D-4D7F-AB2E-201C8F8C2F02}"/>
    <dgm:cxn modelId="{C2DDF397-EE85-45F6-8B89-3C481EE55AE0}" srcId="{D05508E1-7E15-4092-A690-B6821664334F}" destId="{B006C259-084B-4379-9A45-B0024EF2E457}" srcOrd="1" destOrd="0" parTransId="{3CAE62EE-B46D-400D-AFCD-0B74BC5AF857}" sibTransId="{F48D2C9B-6182-4738-B979-F5325EB02BB2}"/>
    <dgm:cxn modelId="{1AFA1BC6-4488-40C3-B90C-AE4AB6FC1CD9}" type="presOf" srcId="{C0ECA54D-7404-435A-A17B-F2F3867F3706}" destId="{1423C589-E974-4A81-A922-4859A01D9750}" srcOrd="0" destOrd="0" presId="urn:microsoft.com/office/officeart/2005/8/layout/vList2"/>
    <dgm:cxn modelId="{B2CE776F-16C8-4953-8A0C-253E769EB78C}" type="presOf" srcId="{F5E86455-0591-417A-9149-F85038740D38}" destId="{B2C9A321-8786-4C53-A133-C49A2CC9E097}" srcOrd="0" destOrd="0" presId="urn:microsoft.com/office/officeart/2005/8/layout/vList2"/>
    <dgm:cxn modelId="{01651BBE-9E17-43AC-A332-768F05101E1A}" srcId="{C0ECA54D-7404-435A-A17B-F2F3867F3706}" destId="{D64781CF-AB8E-45B7-94C5-2B0BD0C2829A}" srcOrd="1" destOrd="0" parTransId="{E9E32B0F-A90C-4392-A6B9-5792C3EC855E}" sibTransId="{1AC5419A-A1F0-4C91-B219-7DC71B23118E}"/>
    <dgm:cxn modelId="{D9C6E721-23B8-4D0C-8C1B-48EE316B1264}" srcId="{D64781CF-AB8E-45B7-94C5-2B0BD0C2829A}" destId="{E8FF7643-5D06-4E3D-ADB0-105BD8BD9B09}" srcOrd="1" destOrd="0" parTransId="{0AB651D6-E5A7-4C08-A21F-05006BEE6289}" sibTransId="{F82A3797-AA52-4DBF-AEF1-BE4748C9C199}"/>
    <dgm:cxn modelId="{3EBDF9B0-BA43-4103-8A0A-864D59DF7E50}" type="presOf" srcId="{B006C259-084B-4379-9A45-B0024EF2E457}" destId="{1E1186AF-7F99-49B1-A7C4-1ADCE31C4C0F}" srcOrd="0" destOrd="1" presId="urn:microsoft.com/office/officeart/2005/8/layout/vList2"/>
    <dgm:cxn modelId="{DA5C1073-15C6-4D70-A640-A76A91B6BD9B}" srcId="{D05508E1-7E15-4092-A690-B6821664334F}" destId="{2342F2CD-F031-492E-AC0C-5D45E0B06C04}" srcOrd="0" destOrd="0" parTransId="{05720C14-A56F-4731-A99C-0C34C9FDDA0D}" sibTransId="{10438CF6-8B98-48B6-A0B0-73104FD6AD90}"/>
    <dgm:cxn modelId="{740C01C4-6365-4F99-B66B-8DDBED2513AE}" type="presOf" srcId="{2342F2CD-F031-492E-AC0C-5D45E0B06C04}" destId="{1E1186AF-7F99-49B1-A7C4-1ADCE31C4C0F}" srcOrd="0" destOrd="0" presId="urn:microsoft.com/office/officeart/2005/8/layout/vList2"/>
    <dgm:cxn modelId="{09F18433-736C-457F-A6D3-6EA8624B9551}" type="presOf" srcId="{E8FF7643-5D06-4E3D-ADB0-105BD8BD9B09}" destId="{B2C9A321-8786-4C53-A133-C49A2CC9E097}" srcOrd="0" destOrd="1" presId="urn:microsoft.com/office/officeart/2005/8/layout/vList2"/>
    <dgm:cxn modelId="{DB4B0067-69FD-436C-97A9-7BD37BB2B62E}" type="presParOf" srcId="{1423C589-E974-4A81-A922-4859A01D9750}" destId="{728400B8-E018-43D3-BBD4-5BD5BC2D0BB5}" srcOrd="0" destOrd="0" presId="urn:microsoft.com/office/officeart/2005/8/layout/vList2"/>
    <dgm:cxn modelId="{7F4E28FC-EC96-40EC-8BEA-49E401908732}" type="presParOf" srcId="{1423C589-E974-4A81-A922-4859A01D9750}" destId="{1E1186AF-7F99-49B1-A7C4-1ADCE31C4C0F}" srcOrd="1" destOrd="0" presId="urn:microsoft.com/office/officeart/2005/8/layout/vList2"/>
    <dgm:cxn modelId="{24E32308-B9F5-4E73-BD52-C55E4C6CA7C5}" type="presParOf" srcId="{1423C589-E974-4A81-A922-4859A01D9750}" destId="{4F0FF424-5A8F-4800-8E39-C3ED0F790A19}" srcOrd="2" destOrd="0" presId="urn:microsoft.com/office/officeart/2005/8/layout/vList2"/>
    <dgm:cxn modelId="{BABF1B95-D2D9-40F8-9BAD-F185CF47CC90}" type="presParOf" srcId="{1423C589-E974-4A81-A922-4859A01D9750}" destId="{B2C9A321-8786-4C53-A133-C49A2CC9E09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ECA54D-7404-435A-A17B-F2F3867F3706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5508E1-7E15-4092-A690-B6821664334F}">
      <dgm:prSet phldrT="[Текст]"/>
      <dgm:spPr>
        <a:solidFill>
          <a:srgbClr val="8CCADB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Строка 7.0 «Психические расстройства и расстройства поведения, связанные с употреблением психоактивных веществ»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Строка 7.1 «в том числе психические и поведенческие расстройства, вызванные употреблением алкоголя»</a:t>
          </a:r>
        </a:p>
      </dgm:t>
    </dgm:pt>
    <dgm:pt modelId="{0DEAE3BB-4DFC-46D0-B677-5A1D5C4BAF75}" type="parTrans" cxnId="{11D92925-62B8-4EC5-8878-8A48E106C364}">
      <dgm:prSet/>
      <dgm:spPr/>
      <dgm:t>
        <a:bodyPr/>
        <a:lstStyle/>
        <a:p>
          <a:endParaRPr lang="ru-RU"/>
        </a:p>
      </dgm:t>
    </dgm:pt>
    <dgm:pt modelId="{28A77A7D-AA44-475D-BCC9-D12C7972CCCC}" type="sibTrans" cxnId="{11D92925-62B8-4EC5-8878-8A48E106C364}">
      <dgm:prSet/>
      <dgm:spPr/>
      <dgm:t>
        <a:bodyPr/>
        <a:lstStyle/>
        <a:p>
          <a:endParaRPr lang="ru-RU"/>
        </a:p>
      </dgm:t>
    </dgm:pt>
    <dgm:pt modelId="{2342F2CD-F031-492E-AC0C-5D45E0B06C04}">
      <dgm:prSet phldrT="[Текст]"/>
      <dgm:spPr/>
      <dgm:t>
        <a:bodyPr/>
        <a:lstStyle/>
        <a:p>
          <a:r>
            <a:rPr lang="ru-RU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№14 «Отчет о заболеваниях и контингентах больных психическими и поведенческими расстройствами, вызванными употреблением психоактивных веществ»</a:t>
          </a:r>
          <a:endParaRPr lang="ru-RU" dirty="0"/>
        </a:p>
      </dgm:t>
    </dgm:pt>
    <dgm:pt modelId="{05720C14-A56F-4731-A99C-0C34C9FDDA0D}" type="parTrans" cxnId="{DA5C1073-15C6-4D70-A640-A76A91B6BD9B}">
      <dgm:prSet/>
      <dgm:spPr/>
      <dgm:t>
        <a:bodyPr/>
        <a:lstStyle/>
        <a:p>
          <a:endParaRPr lang="ru-RU"/>
        </a:p>
      </dgm:t>
    </dgm:pt>
    <dgm:pt modelId="{10438CF6-8B98-48B6-A0B0-73104FD6AD90}" type="sibTrans" cxnId="{DA5C1073-15C6-4D70-A640-A76A91B6BD9B}">
      <dgm:prSet/>
      <dgm:spPr/>
      <dgm:t>
        <a:bodyPr/>
        <a:lstStyle/>
        <a:p>
          <a:endParaRPr lang="ru-RU"/>
        </a:p>
      </dgm:t>
    </dgm:pt>
    <dgm:pt modelId="{D64781CF-AB8E-45B7-94C5-2B0BD0C2829A}">
      <dgm:prSet phldrT="[Текст]"/>
      <dgm:spPr>
        <a:solidFill>
          <a:srgbClr val="8CCADB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Строка 18.0 таблицы №1000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«Отдельные состояния, возникающие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в перинатальном периоде»</a:t>
          </a:r>
        </a:p>
      </dgm:t>
    </dgm:pt>
    <dgm:pt modelId="{E9E32B0F-A90C-4392-A6B9-5792C3EC855E}" type="parTrans" cxnId="{01651BBE-9E17-43AC-A332-768F05101E1A}">
      <dgm:prSet/>
      <dgm:spPr/>
      <dgm:t>
        <a:bodyPr/>
        <a:lstStyle/>
        <a:p>
          <a:endParaRPr lang="ru-RU"/>
        </a:p>
      </dgm:t>
    </dgm:pt>
    <dgm:pt modelId="{1AC5419A-A1F0-4C91-B219-7DC71B23118E}" type="sibTrans" cxnId="{01651BBE-9E17-43AC-A332-768F05101E1A}">
      <dgm:prSet/>
      <dgm:spPr/>
      <dgm:t>
        <a:bodyPr/>
        <a:lstStyle/>
        <a:p>
          <a:endParaRPr lang="ru-RU"/>
        </a:p>
      </dgm:t>
    </dgm:pt>
    <dgm:pt modelId="{F5E86455-0591-417A-9149-F85038740D38}">
      <dgm:prSet phldrT="[Текст]"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№20 «Отчет о медицинской помощи детям»</a:t>
          </a:r>
          <a:endParaRPr lang="ru-RU" dirty="0"/>
        </a:p>
      </dgm:t>
    </dgm:pt>
    <dgm:pt modelId="{0FA8E36E-173D-4491-93A7-16064861A1B9}" type="parTrans" cxnId="{37454895-EA76-4440-B515-DAD1CA830F16}">
      <dgm:prSet/>
      <dgm:spPr/>
      <dgm:t>
        <a:bodyPr/>
        <a:lstStyle/>
        <a:p>
          <a:endParaRPr lang="ru-RU"/>
        </a:p>
      </dgm:t>
    </dgm:pt>
    <dgm:pt modelId="{6A1A7325-E52F-46B4-B0CC-1E5B3EB78DED}" type="sibTrans" cxnId="{37454895-EA76-4440-B515-DAD1CA830F16}">
      <dgm:prSet/>
      <dgm:spPr/>
      <dgm:t>
        <a:bodyPr/>
        <a:lstStyle/>
        <a:p>
          <a:endParaRPr lang="ru-RU"/>
        </a:p>
      </dgm:t>
    </dgm:pt>
    <dgm:pt modelId="{E6ED8395-A7DA-459A-AEF3-66CDA81393B1}">
      <dgm:prSet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таблица №1001</a:t>
          </a:r>
        </a:p>
      </dgm:t>
    </dgm:pt>
    <dgm:pt modelId="{F53FF877-D6CC-4A2A-98FC-CD454B358632}" type="parTrans" cxnId="{35E1CBE8-1DED-4ED7-BA98-0FC361A97D63}">
      <dgm:prSet/>
      <dgm:spPr/>
      <dgm:t>
        <a:bodyPr/>
        <a:lstStyle/>
        <a:p>
          <a:endParaRPr lang="ru-RU"/>
        </a:p>
      </dgm:t>
    </dgm:pt>
    <dgm:pt modelId="{42EC493A-7C63-44FA-B613-C9288F000E99}" type="sibTrans" cxnId="{35E1CBE8-1DED-4ED7-BA98-0FC361A97D63}">
      <dgm:prSet/>
      <dgm:spPr/>
      <dgm:t>
        <a:bodyPr/>
        <a:lstStyle/>
        <a:p>
          <a:endParaRPr lang="ru-RU"/>
        </a:p>
      </dgm:t>
    </dgm:pt>
    <dgm:pt modelId="{D22074D0-165A-4AC5-AF66-6CB88CA5E2D5}">
      <dgm:prSet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графа №1 «Всего» по строкам № 1, 2, 3, 4</a:t>
          </a:r>
        </a:p>
      </dgm:t>
    </dgm:pt>
    <dgm:pt modelId="{92D598B4-859C-45E8-BD0C-B036D222BDBD}" type="parTrans" cxnId="{D31D577C-AC7D-4E95-A2E3-C9A2158F6B6B}">
      <dgm:prSet/>
      <dgm:spPr/>
      <dgm:t>
        <a:bodyPr/>
        <a:lstStyle/>
        <a:p>
          <a:endParaRPr lang="ru-RU"/>
        </a:p>
      </dgm:t>
    </dgm:pt>
    <dgm:pt modelId="{7FE330FE-747D-421D-8B79-FA5B69A4B687}" type="sibTrans" cxnId="{D31D577C-AC7D-4E95-A2E3-C9A2158F6B6B}">
      <dgm:prSet/>
      <dgm:spPr/>
      <dgm:t>
        <a:bodyPr/>
        <a:lstStyle/>
        <a:p>
          <a:endParaRPr lang="ru-RU"/>
        </a:p>
      </dgm:t>
    </dgm:pt>
    <dgm:pt modelId="{DECB9B2D-5802-474B-BE5D-D50138F2D1C1}">
      <dgm:prSet phldrT="[Текст]"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таблица №2300</a:t>
          </a:r>
          <a:endParaRPr lang="ru-RU" dirty="0"/>
        </a:p>
      </dgm:t>
    </dgm:pt>
    <dgm:pt modelId="{4E128D0C-4A8E-45AD-8057-E1BC8BB6FB37}" type="parTrans" cxnId="{B9F46DE3-9E5D-45E1-BA74-6351F1FFFE95}">
      <dgm:prSet/>
      <dgm:spPr/>
      <dgm:t>
        <a:bodyPr/>
        <a:lstStyle/>
        <a:p>
          <a:endParaRPr lang="ru-RU"/>
        </a:p>
      </dgm:t>
    </dgm:pt>
    <dgm:pt modelId="{073E23EB-5C15-4544-900A-72240930F07C}" type="sibTrans" cxnId="{B9F46DE3-9E5D-45E1-BA74-6351F1FFFE95}">
      <dgm:prSet/>
      <dgm:spPr/>
      <dgm:t>
        <a:bodyPr/>
        <a:lstStyle/>
        <a:p>
          <a:endParaRPr lang="ru-RU"/>
        </a:p>
      </dgm:t>
    </dgm:pt>
    <dgm:pt modelId="{3C3DB8F9-473E-4655-8E65-DC29B47778DE}">
      <dgm:prSet phldrT="[Текст]"/>
      <dgm:spPr/>
      <dgm:t>
        <a:bodyPr/>
        <a:lstStyle/>
        <a:p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графа №1 по строке </a:t>
          </a: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№16 </a:t>
          </a:r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(</a:t>
          </a:r>
          <a:r>
            <a:rPr lang="ru-RU" b="1" dirty="0">
              <a:latin typeface="Century Gothic" panose="020B0502020202020204" pitchFamily="34" charset="0"/>
              <a:cs typeface="Arial" panose="020B0604020202020204" pitchFamily="34" charset="0"/>
            </a:rPr>
            <a:t>по </a:t>
          </a:r>
          <a:r>
            <a:rPr lang="ru-RU" b="1" dirty="0" err="1">
              <a:latin typeface="Century Gothic" panose="020B0502020202020204" pitchFamily="34" charset="0"/>
              <a:cs typeface="Arial" panose="020B0604020202020204" pitchFamily="34" charset="0"/>
            </a:rPr>
            <a:t>Медстат</a:t>
          </a:r>
          <a:r>
            <a:rPr lang="ru-RU" dirty="0">
              <a:latin typeface="Century Gothic" panose="020B0502020202020204" pitchFamily="34" charset="0"/>
              <a:cs typeface="Arial" panose="020B0604020202020204" pitchFamily="34" charset="0"/>
            </a:rPr>
            <a:t>)</a:t>
          </a:r>
          <a:endParaRPr lang="ru-RU" dirty="0"/>
        </a:p>
      </dgm:t>
    </dgm:pt>
    <dgm:pt modelId="{167525C9-EC21-4CC3-9115-BE642812115F}" type="parTrans" cxnId="{B548CB79-BBCE-45B0-B1D2-2855FDABD2DF}">
      <dgm:prSet/>
      <dgm:spPr/>
      <dgm:t>
        <a:bodyPr/>
        <a:lstStyle/>
        <a:p>
          <a:endParaRPr lang="ru-RU"/>
        </a:p>
      </dgm:t>
    </dgm:pt>
    <dgm:pt modelId="{8E0BD87B-69EA-4DE2-BB0D-FB58B98B0709}" type="sibTrans" cxnId="{B548CB79-BBCE-45B0-B1D2-2855FDABD2DF}">
      <dgm:prSet/>
      <dgm:spPr/>
      <dgm:t>
        <a:bodyPr/>
        <a:lstStyle/>
        <a:p>
          <a:endParaRPr lang="ru-RU"/>
        </a:p>
      </dgm:t>
    </dgm:pt>
    <dgm:pt modelId="{1423C589-E974-4A81-A922-4859A01D9750}" type="pres">
      <dgm:prSet presAssocID="{C0ECA54D-7404-435A-A17B-F2F3867F370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28400B8-E018-43D3-BBD4-5BD5BC2D0BB5}" type="pres">
      <dgm:prSet presAssocID="{D05508E1-7E15-4092-A690-B6821664334F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1186AF-7F99-49B1-A7C4-1ADCE31C4C0F}" type="pres">
      <dgm:prSet presAssocID="{D05508E1-7E15-4092-A690-B6821664334F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0FF424-5A8F-4800-8E39-C3ED0F790A19}" type="pres">
      <dgm:prSet presAssocID="{D64781CF-AB8E-45B7-94C5-2B0BD0C2829A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C9A321-8786-4C53-A133-C49A2CC9E097}" type="pres">
      <dgm:prSet presAssocID="{D64781CF-AB8E-45B7-94C5-2B0BD0C2829A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5E1CBE8-1DED-4ED7-BA98-0FC361A97D63}" srcId="{D05508E1-7E15-4092-A690-B6821664334F}" destId="{E6ED8395-A7DA-459A-AEF3-66CDA81393B1}" srcOrd="1" destOrd="0" parTransId="{F53FF877-D6CC-4A2A-98FC-CD454B358632}" sibTransId="{42EC493A-7C63-44FA-B613-C9288F000E99}"/>
    <dgm:cxn modelId="{740C01C4-6365-4F99-B66B-8DDBED2513AE}" type="presOf" srcId="{2342F2CD-F031-492E-AC0C-5D45E0B06C04}" destId="{1E1186AF-7F99-49B1-A7C4-1ADCE31C4C0F}" srcOrd="0" destOrd="0" presId="urn:microsoft.com/office/officeart/2005/8/layout/vList2"/>
    <dgm:cxn modelId="{B2CE776F-16C8-4953-8A0C-253E769EB78C}" type="presOf" srcId="{F5E86455-0591-417A-9149-F85038740D38}" destId="{B2C9A321-8786-4C53-A133-C49A2CC9E097}" srcOrd="0" destOrd="0" presId="urn:microsoft.com/office/officeart/2005/8/layout/vList2"/>
    <dgm:cxn modelId="{51E2BDAA-0969-48EB-9850-B874FA64C0FF}" type="presOf" srcId="{3C3DB8F9-473E-4655-8E65-DC29B47778DE}" destId="{B2C9A321-8786-4C53-A133-C49A2CC9E097}" srcOrd="0" destOrd="2" presId="urn:microsoft.com/office/officeart/2005/8/layout/vList2"/>
    <dgm:cxn modelId="{CD3A2113-27E7-4B26-BB22-B68F05541711}" type="presOf" srcId="{D64781CF-AB8E-45B7-94C5-2B0BD0C2829A}" destId="{4F0FF424-5A8F-4800-8E39-C3ED0F790A19}" srcOrd="0" destOrd="0" presId="urn:microsoft.com/office/officeart/2005/8/layout/vList2"/>
    <dgm:cxn modelId="{21ADC970-4917-4B30-9105-8BDC5765FB7B}" type="presOf" srcId="{E6ED8395-A7DA-459A-AEF3-66CDA81393B1}" destId="{1E1186AF-7F99-49B1-A7C4-1ADCE31C4C0F}" srcOrd="0" destOrd="1" presId="urn:microsoft.com/office/officeart/2005/8/layout/vList2"/>
    <dgm:cxn modelId="{A8681651-F192-4D94-8CF6-3FDE985DF340}" type="presOf" srcId="{D05508E1-7E15-4092-A690-B6821664334F}" destId="{728400B8-E018-43D3-BBD4-5BD5BC2D0BB5}" srcOrd="0" destOrd="0" presId="urn:microsoft.com/office/officeart/2005/8/layout/vList2"/>
    <dgm:cxn modelId="{D31D577C-AC7D-4E95-A2E3-C9A2158F6B6B}" srcId="{D05508E1-7E15-4092-A690-B6821664334F}" destId="{D22074D0-165A-4AC5-AF66-6CB88CA5E2D5}" srcOrd="2" destOrd="0" parTransId="{92D598B4-859C-45E8-BD0C-B036D222BDBD}" sibTransId="{7FE330FE-747D-421D-8B79-FA5B69A4B687}"/>
    <dgm:cxn modelId="{37454895-EA76-4440-B515-DAD1CA830F16}" srcId="{D64781CF-AB8E-45B7-94C5-2B0BD0C2829A}" destId="{F5E86455-0591-417A-9149-F85038740D38}" srcOrd="0" destOrd="0" parTransId="{0FA8E36E-173D-4491-93A7-16064861A1B9}" sibTransId="{6A1A7325-E52F-46B4-B0CC-1E5B3EB78DED}"/>
    <dgm:cxn modelId="{01651BBE-9E17-43AC-A332-768F05101E1A}" srcId="{C0ECA54D-7404-435A-A17B-F2F3867F3706}" destId="{D64781CF-AB8E-45B7-94C5-2B0BD0C2829A}" srcOrd="1" destOrd="0" parTransId="{E9E32B0F-A90C-4392-A6B9-5792C3EC855E}" sibTransId="{1AC5419A-A1F0-4C91-B219-7DC71B23118E}"/>
    <dgm:cxn modelId="{B548CB79-BBCE-45B0-B1D2-2855FDABD2DF}" srcId="{D64781CF-AB8E-45B7-94C5-2B0BD0C2829A}" destId="{3C3DB8F9-473E-4655-8E65-DC29B47778DE}" srcOrd="2" destOrd="0" parTransId="{167525C9-EC21-4CC3-9115-BE642812115F}" sibTransId="{8E0BD87B-69EA-4DE2-BB0D-FB58B98B0709}"/>
    <dgm:cxn modelId="{E382DACA-06D7-4514-B442-7BD3D0C14144}" type="presOf" srcId="{D22074D0-165A-4AC5-AF66-6CB88CA5E2D5}" destId="{1E1186AF-7F99-49B1-A7C4-1ADCE31C4C0F}" srcOrd="0" destOrd="2" presId="urn:microsoft.com/office/officeart/2005/8/layout/vList2"/>
    <dgm:cxn modelId="{B9F46DE3-9E5D-45E1-BA74-6351F1FFFE95}" srcId="{D64781CF-AB8E-45B7-94C5-2B0BD0C2829A}" destId="{DECB9B2D-5802-474B-BE5D-D50138F2D1C1}" srcOrd="1" destOrd="0" parTransId="{4E128D0C-4A8E-45AD-8057-E1BC8BB6FB37}" sibTransId="{073E23EB-5C15-4544-900A-72240930F07C}"/>
    <dgm:cxn modelId="{09358290-9ACF-4D67-9622-DDCD7CDBF7C4}" type="presOf" srcId="{DECB9B2D-5802-474B-BE5D-D50138F2D1C1}" destId="{B2C9A321-8786-4C53-A133-C49A2CC9E097}" srcOrd="0" destOrd="1" presId="urn:microsoft.com/office/officeart/2005/8/layout/vList2"/>
    <dgm:cxn modelId="{1AFA1BC6-4488-40C3-B90C-AE4AB6FC1CD9}" type="presOf" srcId="{C0ECA54D-7404-435A-A17B-F2F3867F3706}" destId="{1423C589-E974-4A81-A922-4859A01D9750}" srcOrd="0" destOrd="0" presId="urn:microsoft.com/office/officeart/2005/8/layout/vList2"/>
    <dgm:cxn modelId="{DA5C1073-15C6-4D70-A640-A76A91B6BD9B}" srcId="{D05508E1-7E15-4092-A690-B6821664334F}" destId="{2342F2CD-F031-492E-AC0C-5D45E0B06C04}" srcOrd="0" destOrd="0" parTransId="{05720C14-A56F-4731-A99C-0C34C9FDDA0D}" sibTransId="{10438CF6-8B98-48B6-A0B0-73104FD6AD90}"/>
    <dgm:cxn modelId="{11D92925-62B8-4EC5-8878-8A48E106C364}" srcId="{C0ECA54D-7404-435A-A17B-F2F3867F3706}" destId="{D05508E1-7E15-4092-A690-B6821664334F}" srcOrd="0" destOrd="0" parTransId="{0DEAE3BB-4DFC-46D0-B677-5A1D5C4BAF75}" sibTransId="{28A77A7D-AA44-475D-BCC9-D12C7972CCCC}"/>
    <dgm:cxn modelId="{DB4B0067-69FD-436C-97A9-7BD37BB2B62E}" type="presParOf" srcId="{1423C589-E974-4A81-A922-4859A01D9750}" destId="{728400B8-E018-43D3-BBD4-5BD5BC2D0BB5}" srcOrd="0" destOrd="0" presId="urn:microsoft.com/office/officeart/2005/8/layout/vList2"/>
    <dgm:cxn modelId="{7F4E28FC-EC96-40EC-8BEA-49E401908732}" type="presParOf" srcId="{1423C589-E974-4A81-A922-4859A01D9750}" destId="{1E1186AF-7F99-49B1-A7C4-1ADCE31C4C0F}" srcOrd="1" destOrd="0" presId="urn:microsoft.com/office/officeart/2005/8/layout/vList2"/>
    <dgm:cxn modelId="{24E32308-B9F5-4E73-BD52-C55E4C6CA7C5}" type="presParOf" srcId="{1423C589-E974-4A81-A922-4859A01D9750}" destId="{4F0FF424-5A8F-4800-8E39-C3ED0F790A19}" srcOrd="2" destOrd="0" presId="urn:microsoft.com/office/officeart/2005/8/layout/vList2"/>
    <dgm:cxn modelId="{BABF1B95-D2D9-40F8-9BAD-F185CF47CC90}" type="presParOf" srcId="{1423C589-E974-4A81-A922-4859A01D9750}" destId="{B2C9A321-8786-4C53-A133-C49A2CC9E09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ECA54D-7404-435A-A17B-F2F3867F3706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5508E1-7E15-4092-A690-B6821664334F}">
      <dgm:prSet phldrT="[Текст]" custT="1"/>
      <dgm:spPr>
        <a:solidFill>
          <a:srgbClr val="8CCADB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1800" b="1" dirty="0">
              <a:latin typeface="Century Gothic" panose="020B0502020202020204" pitchFamily="34" charset="0"/>
              <a:cs typeface="Arial" panose="020B0604020202020204" pitchFamily="34" charset="0"/>
            </a:rPr>
            <a:t>Строка 21.0 </a:t>
          </a:r>
        </a:p>
        <a:p>
          <a:r>
            <a:rPr lang="ru-RU" sz="1800" b="1" dirty="0">
              <a:latin typeface="Century Gothic" panose="020B0502020202020204" pitchFamily="34" charset="0"/>
              <a:cs typeface="Arial" panose="020B0604020202020204" pitchFamily="34" charset="0"/>
            </a:rPr>
            <a:t>«Травмы и отравления, всего»</a:t>
          </a:r>
        </a:p>
        <a:p>
          <a:r>
            <a:rPr lang="ru-RU" sz="1800" b="1" dirty="0">
              <a:latin typeface="Century Gothic" panose="020B0502020202020204" pitchFamily="34" charset="0"/>
              <a:cs typeface="Arial" panose="020B0604020202020204" pitchFamily="34" charset="0"/>
            </a:rPr>
            <a:t>Строка 22.0</a:t>
          </a:r>
        </a:p>
        <a:p>
          <a:r>
            <a:rPr lang="ru-RU" sz="1800" b="1" dirty="0">
              <a:latin typeface="Century Gothic" panose="020B0502020202020204" pitchFamily="34" charset="0"/>
              <a:cs typeface="Arial" panose="020B0604020202020204" pitchFamily="34" charset="0"/>
            </a:rPr>
            <a:t>«Последствия травм, отравлений и других воздействий внешних причин»</a:t>
          </a:r>
        </a:p>
      </dgm:t>
    </dgm:pt>
    <dgm:pt modelId="{0DEAE3BB-4DFC-46D0-B677-5A1D5C4BAF75}" type="parTrans" cxnId="{11D92925-62B8-4EC5-8878-8A48E106C364}">
      <dgm:prSet/>
      <dgm:spPr/>
      <dgm:t>
        <a:bodyPr/>
        <a:lstStyle/>
        <a:p>
          <a:endParaRPr lang="ru-RU" sz="1200"/>
        </a:p>
      </dgm:t>
    </dgm:pt>
    <dgm:pt modelId="{28A77A7D-AA44-475D-BCC9-D12C7972CCCC}" type="sibTrans" cxnId="{11D92925-62B8-4EC5-8878-8A48E106C364}">
      <dgm:prSet/>
      <dgm:spPr/>
      <dgm:t>
        <a:bodyPr/>
        <a:lstStyle/>
        <a:p>
          <a:endParaRPr lang="ru-RU" sz="1200"/>
        </a:p>
      </dgm:t>
    </dgm:pt>
    <dgm:pt modelId="{2342F2CD-F031-492E-AC0C-5D45E0B06C04}">
      <dgm:prSet phldrT="[Текст]" custT="1"/>
      <dgm:spPr/>
      <dgm:t>
        <a:bodyPr/>
        <a:lstStyle/>
        <a:p>
          <a:r>
            <a:rPr lang="ru-RU" sz="1600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№28 «Отчет о травмах, отравлениях и некоторых других последствиях воздействия внешних причин»</a:t>
          </a:r>
          <a:endParaRPr lang="ru-RU" sz="1600" dirty="0"/>
        </a:p>
      </dgm:t>
    </dgm:pt>
    <dgm:pt modelId="{05720C14-A56F-4731-A99C-0C34C9FDDA0D}" type="parTrans" cxnId="{DA5C1073-15C6-4D70-A640-A76A91B6BD9B}">
      <dgm:prSet/>
      <dgm:spPr/>
      <dgm:t>
        <a:bodyPr/>
        <a:lstStyle/>
        <a:p>
          <a:endParaRPr lang="ru-RU" sz="1200"/>
        </a:p>
      </dgm:t>
    </dgm:pt>
    <dgm:pt modelId="{10438CF6-8B98-48B6-A0B0-73104FD6AD90}" type="sibTrans" cxnId="{DA5C1073-15C6-4D70-A640-A76A91B6BD9B}">
      <dgm:prSet/>
      <dgm:spPr/>
      <dgm:t>
        <a:bodyPr/>
        <a:lstStyle/>
        <a:p>
          <a:endParaRPr lang="ru-RU" sz="1200"/>
        </a:p>
      </dgm:t>
    </dgm:pt>
    <dgm:pt modelId="{9D76F6E7-49EE-4B7E-9173-CB217F821C1E}">
      <dgm:prSet phldrT="[Текст]" custT="1"/>
      <dgm:spPr/>
      <dgm:t>
        <a:bodyPr/>
        <a:lstStyle/>
        <a:p>
          <a:r>
            <a:rPr lang="ru-RU" sz="1600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rPr>
            <a:t>таблицы № 1000, 2000, 3000, 4000</a:t>
          </a:r>
          <a:endParaRPr lang="ru-RU" sz="1600" dirty="0"/>
        </a:p>
      </dgm:t>
    </dgm:pt>
    <dgm:pt modelId="{BCFE20AC-A5F7-4B3F-A008-C6CDC1728CD3}" type="parTrans" cxnId="{BE818975-1374-4ACF-ADC0-93A836D384F5}">
      <dgm:prSet/>
      <dgm:spPr/>
      <dgm:t>
        <a:bodyPr/>
        <a:lstStyle/>
        <a:p>
          <a:endParaRPr lang="ru-RU" sz="1200"/>
        </a:p>
      </dgm:t>
    </dgm:pt>
    <dgm:pt modelId="{E0E81194-EC99-45FB-84DF-9FF70B50B229}" type="sibTrans" cxnId="{BE818975-1374-4ACF-ADC0-93A836D384F5}">
      <dgm:prSet/>
      <dgm:spPr/>
      <dgm:t>
        <a:bodyPr/>
        <a:lstStyle/>
        <a:p>
          <a:endParaRPr lang="ru-RU" sz="1200"/>
        </a:p>
      </dgm:t>
    </dgm:pt>
    <dgm:pt modelId="{A90C0FA7-0E29-40A0-BF68-3DFFA177CE58}">
      <dgm:prSet phldrT="[Текст]" custT="1"/>
      <dgm:spPr/>
      <dgm:t>
        <a:bodyPr/>
        <a:lstStyle/>
        <a:p>
          <a:r>
            <a:rPr lang="ru-RU" sz="1600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rPr>
            <a:t>графа № 1 «Итого» по строкам № 1, 2, 33, 34</a:t>
          </a:r>
          <a:endParaRPr lang="ru-RU" sz="1600" dirty="0"/>
        </a:p>
      </dgm:t>
    </dgm:pt>
    <dgm:pt modelId="{456A0142-E1B5-4CBC-88D9-57FA99D656C3}" type="parTrans" cxnId="{EBFAD447-577C-4584-A959-68EEB68DEECA}">
      <dgm:prSet/>
      <dgm:spPr/>
      <dgm:t>
        <a:bodyPr/>
        <a:lstStyle/>
        <a:p>
          <a:endParaRPr lang="ru-RU" sz="1200"/>
        </a:p>
      </dgm:t>
    </dgm:pt>
    <dgm:pt modelId="{4E757279-D167-4B59-BF33-A081C601280D}" type="sibTrans" cxnId="{EBFAD447-577C-4584-A959-68EEB68DEECA}">
      <dgm:prSet/>
      <dgm:spPr/>
      <dgm:t>
        <a:bodyPr/>
        <a:lstStyle/>
        <a:p>
          <a:endParaRPr lang="ru-RU" sz="1200"/>
        </a:p>
      </dgm:t>
    </dgm:pt>
    <dgm:pt modelId="{1423C589-E974-4A81-A922-4859A01D9750}" type="pres">
      <dgm:prSet presAssocID="{C0ECA54D-7404-435A-A17B-F2F3867F370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28400B8-E018-43D3-BBD4-5BD5BC2D0BB5}" type="pres">
      <dgm:prSet presAssocID="{D05508E1-7E15-4092-A690-B6821664334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1186AF-7F99-49B1-A7C4-1ADCE31C4C0F}" type="pres">
      <dgm:prSet presAssocID="{D05508E1-7E15-4092-A690-B6821664334F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A5C1073-15C6-4D70-A640-A76A91B6BD9B}" srcId="{D05508E1-7E15-4092-A690-B6821664334F}" destId="{2342F2CD-F031-492E-AC0C-5D45E0B06C04}" srcOrd="0" destOrd="0" parTransId="{05720C14-A56F-4731-A99C-0C34C9FDDA0D}" sibTransId="{10438CF6-8B98-48B6-A0B0-73104FD6AD90}"/>
    <dgm:cxn modelId="{BE818975-1374-4ACF-ADC0-93A836D384F5}" srcId="{D05508E1-7E15-4092-A690-B6821664334F}" destId="{9D76F6E7-49EE-4B7E-9173-CB217F821C1E}" srcOrd="1" destOrd="0" parTransId="{BCFE20AC-A5F7-4B3F-A008-C6CDC1728CD3}" sibTransId="{E0E81194-EC99-45FB-84DF-9FF70B50B229}"/>
    <dgm:cxn modelId="{3C6BAFBC-69FA-4773-914F-E4AD3790BFFB}" type="presOf" srcId="{A90C0FA7-0E29-40A0-BF68-3DFFA177CE58}" destId="{1E1186AF-7F99-49B1-A7C4-1ADCE31C4C0F}" srcOrd="0" destOrd="2" presId="urn:microsoft.com/office/officeart/2005/8/layout/vList2"/>
    <dgm:cxn modelId="{11D92925-62B8-4EC5-8878-8A48E106C364}" srcId="{C0ECA54D-7404-435A-A17B-F2F3867F3706}" destId="{D05508E1-7E15-4092-A690-B6821664334F}" srcOrd="0" destOrd="0" parTransId="{0DEAE3BB-4DFC-46D0-B677-5A1D5C4BAF75}" sibTransId="{28A77A7D-AA44-475D-BCC9-D12C7972CCCC}"/>
    <dgm:cxn modelId="{4D65B338-912D-48DB-8EED-65161AA705BC}" type="presOf" srcId="{9D76F6E7-49EE-4B7E-9173-CB217F821C1E}" destId="{1E1186AF-7F99-49B1-A7C4-1ADCE31C4C0F}" srcOrd="0" destOrd="1" presId="urn:microsoft.com/office/officeart/2005/8/layout/vList2"/>
    <dgm:cxn modelId="{EBFAD447-577C-4584-A959-68EEB68DEECA}" srcId="{D05508E1-7E15-4092-A690-B6821664334F}" destId="{A90C0FA7-0E29-40A0-BF68-3DFFA177CE58}" srcOrd="2" destOrd="0" parTransId="{456A0142-E1B5-4CBC-88D9-57FA99D656C3}" sibTransId="{4E757279-D167-4B59-BF33-A081C601280D}"/>
    <dgm:cxn modelId="{740C01C4-6365-4F99-B66B-8DDBED2513AE}" type="presOf" srcId="{2342F2CD-F031-492E-AC0C-5D45E0B06C04}" destId="{1E1186AF-7F99-49B1-A7C4-1ADCE31C4C0F}" srcOrd="0" destOrd="0" presId="urn:microsoft.com/office/officeart/2005/8/layout/vList2"/>
    <dgm:cxn modelId="{A8681651-F192-4D94-8CF6-3FDE985DF340}" type="presOf" srcId="{D05508E1-7E15-4092-A690-B6821664334F}" destId="{728400B8-E018-43D3-BBD4-5BD5BC2D0BB5}" srcOrd="0" destOrd="0" presId="urn:microsoft.com/office/officeart/2005/8/layout/vList2"/>
    <dgm:cxn modelId="{1AFA1BC6-4488-40C3-B90C-AE4AB6FC1CD9}" type="presOf" srcId="{C0ECA54D-7404-435A-A17B-F2F3867F3706}" destId="{1423C589-E974-4A81-A922-4859A01D9750}" srcOrd="0" destOrd="0" presId="urn:microsoft.com/office/officeart/2005/8/layout/vList2"/>
    <dgm:cxn modelId="{DB4B0067-69FD-436C-97A9-7BD37BB2B62E}" type="presParOf" srcId="{1423C589-E974-4A81-A922-4859A01D9750}" destId="{728400B8-E018-43D3-BBD4-5BD5BC2D0BB5}" srcOrd="0" destOrd="0" presId="urn:microsoft.com/office/officeart/2005/8/layout/vList2"/>
    <dgm:cxn modelId="{7F4E28FC-EC96-40EC-8BEA-49E401908732}" type="presParOf" srcId="{1423C589-E974-4A81-A922-4859A01D9750}" destId="{1E1186AF-7F99-49B1-A7C4-1ADCE31C4C0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A81DA-3208-49F0-AEFF-CC2FA7E9ACBB}">
      <dsp:nvSpPr>
        <dsp:cNvPr id="0" name=""/>
        <dsp:cNvSpPr/>
      </dsp:nvSpPr>
      <dsp:spPr>
        <a:xfrm>
          <a:off x="0" y="3615738"/>
          <a:ext cx="5256583" cy="7273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2F7A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kern="1200" dirty="0">
              <a:solidFill>
                <a:srgbClr val="0070C0"/>
              </a:solidFill>
              <a:latin typeface="Century Gothic" panose="020B0502020202020204" pitchFamily="34" charset="0"/>
              <a:cs typeface="Arial" panose="020B0604020202020204" pitchFamily="34" charset="0"/>
            </a:rPr>
            <a:t>графы №5 и №6 должны заполняться с учетом наличия диагнозов в приказах  </a:t>
          </a:r>
        </a:p>
      </dsp:txBody>
      <dsp:txXfrm>
        <a:off x="0" y="3615738"/>
        <a:ext cx="5256583" cy="727388"/>
      </dsp:txXfrm>
    </dsp:sp>
    <dsp:sp modelId="{2805B7C3-9985-403E-A003-14B80C4CA132}">
      <dsp:nvSpPr>
        <dsp:cNvPr id="0" name=""/>
        <dsp:cNvSpPr/>
      </dsp:nvSpPr>
      <dsp:spPr>
        <a:xfrm rot="10800000">
          <a:off x="0" y="2507478"/>
          <a:ext cx="5256583" cy="1118724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i="0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Приказ Министра здравоохранения Республики Казахстан от 23 сентября 2020 года № ҚР ДСМ-109/2020</a:t>
          </a:r>
        </a:p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i="0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 «Об утверждении перечня хронических заболеваний, подлежащих динамическому наблюдению»</a:t>
          </a:r>
        </a:p>
      </dsp:txBody>
      <dsp:txXfrm rot="10800000">
        <a:off x="0" y="2507478"/>
        <a:ext cx="5256583" cy="726913"/>
      </dsp:txXfrm>
    </dsp:sp>
    <dsp:sp modelId="{94A6F512-355B-473F-9E98-1366BA4A08C2}">
      <dsp:nvSpPr>
        <dsp:cNvPr id="0" name=""/>
        <dsp:cNvSpPr/>
      </dsp:nvSpPr>
      <dsp:spPr>
        <a:xfrm rot="10800000">
          <a:off x="0" y="1642439"/>
          <a:ext cx="5256583" cy="875949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i="0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Приказ Министра здравоохранения Республики Казахстан от 23 сентября 2020 года № ҚР ДСМ-108/2020. </a:t>
          </a:r>
        </a:p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i="0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«Об утверждении перечня социально значимых заболеваний»</a:t>
          </a:r>
        </a:p>
      </dsp:txBody>
      <dsp:txXfrm rot="10800000">
        <a:off x="0" y="1642439"/>
        <a:ext cx="5256583" cy="569165"/>
      </dsp:txXfrm>
    </dsp:sp>
    <dsp:sp modelId="{9E22E5F3-BD6F-4E03-BD47-AFD411249293}">
      <dsp:nvSpPr>
        <dsp:cNvPr id="0" name=""/>
        <dsp:cNvSpPr/>
      </dsp:nvSpPr>
      <dsp:spPr>
        <a:xfrm rot="10800000">
          <a:off x="0" y="446"/>
          <a:ext cx="5256583" cy="1652903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2F7A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i="0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Приказ Министра здравоохранения </a:t>
          </a:r>
          <a:r>
            <a:rPr lang="ru-RU" sz="1200" b="1" i="1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Республики Казахстан от 23 октября 2020 года № ҚР ДСМ-149/2020.</a:t>
          </a:r>
        </a:p>
        <a:p>
          <a:pPr lvl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i="1" kern="1200" dirty="0">
              <a:solidFill>
                <a:srgbClr val="0070C0"/>
              </a:solidFill>
              <a:effectLst/>
              <a:latin typeface="Century Gothic" panose="020B0502020202020204" pitchFamily="34" charset="0"/>
              <a:cs typeface="Arial" panose="020B0604020202020204" pitchFamily="34" charset="0"/>
            </a:rPr>
            <a:t>«Об утверждении правил организации оказания медицинской помощи лицам с хроническими заболеваниями, периодичности и сроков наблюдения, обязательного минимума и кратности диагностических исследований».</a:t>
          </a:r>
          <a:endParaRPr lang="ru-RU" sz="1200" b="1" i="1" kern="1200" dirty="0">
            <a:solidFill>
              <a:srgbClr val="0070C0"/>
            </a:solidFill>
            <a:latin typeface="Century Gothic" panose="020B0502020202020204" pitchFamily="34" charset="0"/>
          </a:endParaRPr>
        </a:p>
      </dsp:txBody>
      <dsp:txXfrm rot="10800000">
        <a:off x="0" y="446"/>
        <a:ext cx="5256583" cy="1074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9560F-94AA-4B78-B8E0-5250BCEBA044}">
      <dsp:nvSpPr>
        <dsp:cNvPr id="0" name=""/>
        <dsp:cNvSpPr/>
      </dsp:nvSpPr>
      <dsp:spPr>
        <a:xfrm rot="10800000">
          <a:off x="1555802" y="2733"/>
          <a:ext cx="5889894" cy="289030"/>
        </a:xfrm>
        <a:prstGeom prst="homePlat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«Острые гепатиты В, С, Е, всего:» </a:t>
          </a:r>
          <a:r>
            <a:rPr lang="ru-RU" sz="1400" b="1" kern="1200" dirty="0">
              <a:solidFill>
                <a:schemeClr val="tx1"/>
              </a:solidFill>
            </a:rPr>
            <a:t>В1</a:t>
          </a:r>
          <a:r>
            <a:rPr lang="en-US" sz="1400" b="1" kern="1200" dirty="0">
              <a:solidFill>
                <a:schemeClr val="tx1"/>
              </a:solidFill>
            </a:rPr>
            <a:t>6</a:t>
          </a:r>
          <a:r>
            <a:rPr lang="ru-RU" sz="1400" b="1" kern="1200" dirty="0">
              <a:solidFill>
                <a:schemeClr val="tx1"/>
              </a:solidFill>
            </a:rPr>
            <a:t>.</a:t>
          </a:r>
          <a:r>
            <a:rPr lang="en-US" sz="1400" b="1" kern="1200" dirty="0">
              <a:solidFill>
                <a:schemeClr val="tx1"/>
              </a:solidFill>
            </a:rPr>
            <a:t>0-B17.8</a:t>
          </a:r>
          <a:r>
            <a:rPr lang="ru-RU" sz="1400" kern="1200" dirty="0">
              <a:solidFill>
                <a:schemeClr val="tx1"/>
              </a:solidFill>
            </a:rPr>
            <a:t>;</a:t>
          </a:r>
          <a:endParaRPr lang="ru-RU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 rot="10800000">
        <a:off x="1628059" y="2733"/>
        <a:ext cx="5817637" cy="289030"/>
      </dsp:txXfrm>
    </dsp:sp>
    <dsp:sp modelId="{65FB4476-FDFA-4D6E-A752-4E3513BE8B27}">
      <dsp:nvSpPr>
        <dsp:cNvPr id="0" name=""/>
        <dsp:cNvSpPr/>
      </dsp:nvSpPr>
      <dsp:spPr>
        <a:xfrm>
          <a:off x="1411287" y="2733"/>
          <a:ext cx="289030" cy="28903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A1090-343C-4961-BF57-3F63233A938D}">
      <dsp:nvSpPr>
        <dsp:cNvPr id="0" name=""/>
        <dsp:cNvSpPr/>
      </dsp:nvSpPr>
      <dsp:spPr>
        <a:xfrm rot="10800000">
          <a:off x="1555802" y="378041"/>
          <a:ext cx="5889894" cy="289030"/>
        </a:xfrm>
        <a:prstGeom prst="homePlate">
          <a:avLst/>
        </a:prstGeom>
        <a:solidFill>
          <a:schemeClr val="accent5">
            <a:shade val="50000"/>
            <a:hueOff val="42162"/>
            <a:satOff val="-933"/>
            <a:lumOff val="69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«Гепатит </a:t>
          </a:r>
          <a:r>
            <a:rPr lang="en-US" sz="1400" kern="1200" dirty="0">
              <a:solidFill>
                <a:schemeClr val="tx1"/>
              </a:solidFill>
            </a:rPr>
            <a:t>B</a:t>
          </a:r>
          <a:r>
            <a:rPr lang="ru-RU" sz="1400" kern="1200" dirty="0">
              <a:solidFill>
                <a:schemeClr val="tx1"/>
              </a:solidFill>
            </a:rPr>
            <a:t>» В16;</a:t>
          </a:r>
        </a:p>
      </dsp:txBody>
      <dsp:txXfrm rot="10800000">
        <a:off x="1628059" y="378041"/>
        <a:ext cx="5817637" cy="289030"/>
      </dsp:txXfrm>
    </dsp:sp>
    <dsp:sp modelId="{20D1CF8A-09EB-476E-8BF6-B64C3A82970D}">
      <dsp:nvSpPr>
        <dsp:cNvPr id="0" name=""/>
        <dsp:cNvSpPr/>
      </dsp:nvSpPr>
      <dsp:spPr>
        <a:xfrm>
          <a:off x="1411287" y="378041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2C0B2-6E90-46D8-9A70-01E51345D599}">
      <dsp:nvSpPr>
        <dsp:cNvPr id="0" name=""/>
        <dsp:cNvSpPr/>
      </dsp:nvSpPr>
      <dsp:spPr>
        <a:xfrm rot="10800000">
          <a:off x="1555802" y="753350"/>
          <a:ext cx="5889894" cy="289030"/>
        </a:xfrm>
        <a:prstGeom prst="homePlate">
          <a:avLst/>
        </a:prstGeom>
        <a:solidFill>
          <a:schemeClr val="accent5">
            <a:shade val="50000"/>
            <a:hueOff val="84324"/>
            <a:satOff val="-1865"/>
            <a:lumOff val="139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«Гепатит С» В17;</a:t>
          </a:r>
        </a:p>
      </dsp:txBody>
      <dsp:txXfrm rot="10800000">
        <a:off x="1628059" y="753350"/>
        <a:ext cx="5817637" cy="289030"/>
      </dsp:txXfrm>
    </dsp:sp>
    <dsp:sp modelId="{72BBCA87-FF65-4C69-9FAC-0937E388895A}">
      <dsp:nvSpPr>
        <dsp:cNvPr id="0" name=""/>
        <dsp:cNvSpPr/>
      </dsp:nvSpPr>
      <dsp:spPr>
        <a:xfrm>
          <a:off x="1411287" y="753350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DE6428-2AA0-410D-8D86-DA27EDEB19C2}">
      <dsp:nvSpPr>
        <dsp:cNvPr id="0" name=""/>
        <dsp:cNvSpPr/>
      </dsp:nvSpPr>
      <dsp:spPr>
        <a:xfrm rot="10800000">
          <a:off x="1555802" y="1128658"/>
          <a:ext cx="5889894" cy="289030"/>
        </a:xfrm>
        <a:prstGeom prst="homePlate">
          <a:avLst/>
        </a:prstGeom>
        <a:solidFill>
          <a:schemeClr val="accent5">
            <a:shade val="50000"/>
            <a:hueOff val="126486"/>
            <a:satOff val="-2798"/>
            <a:lumOff val="209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</a:t>
          </a:r>
          <a:r>
            <a:rPr lang="ru-RU" sz="1400" kern="1200" dirty="0" err="1">
              <a:solidFill>
                <a:schemeClr val="tx1"/>
              </a:solidFill>
            </a:rPr>
            <a:t>Коронавирусная</a:t>
          </a:r>
          <a:r>
            <a:rPr lang="ru-RU" sz="1400" kern="1200" dirty="0">
              <a:solidFill>
                <a:schemeClr val="tx1"/>
              </a:solidFill>
            </a:rPr>
            <a:t> инфекция, вирус идентифицирован»</a:t>
          </a:r>
          <a:r>
            <a:rPr lang="en-US" sz="1400" kern="1200" dirty="0">
              <a:solidFill>
                <a:schemeClr val="tx1"/>
              </a:solidFill>
            </a:rPr>
            <a:t> U07.1</a:t>
          </a:r>
          <a:r>
            <a:rPr lang="ru-RU" sz="1400" kern="1200" dirty="0">
              <a:solidFill>
                <a:schemeClr val="tx1"/>
              </a:solidFill>
            </a:rPr>
            <a:t>;</a:t>
          </a:r>
        </a:p>
      </dsp:txBody>
      <dsp:txXfrm rot="10800000">
        <a:off x="1628059" y="1128658"/>
        <a:ext cx="5817637" cy="289030"/>
      </dsp:txXfrm>
    </dsp:sp>
    <dsp:sp modelId="{1547801C-2540-47F9-821A-9698B2C00CA0}">
      <dsp:nvSpPr>
        <dsp:cNvPr id="0" name=""/>
        <dsp:cNvSpPr/>
      </dsp:nvSpPr>
      <dsp:spPr>
        <a:xfrm>
          <a:off x="1411287" y="1128658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CA741-87B0-4817-B20A-9DAA31FA4DF7}">
      <dsp:nvSpPr>
        <dsp:cNvPr id="0" name=""/>
        <dsp:cNvSpPr/>
      </dsp:nvSpPr>
      <dsp:spPr>
        <a:xfrm rot="10800000">
          <a:off x="1555802" y="1503966"/>
          <a:ext cx="5889894" cy="289030"/>
        </a:xfrm>
        <a:prstGeom prst="homePlate">
          <a:avLst/>
        </a:prstGeom>
        <a:solidFill>
          <a:schemeClr val="accent5">
            <a:shade val="50000"/>
            <a:hueOff val="168648"/>
            <a:satOff val="-3730"/>
            <a:lumOff val="279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</a:t>
          </a:r>
          <a:r>
            <a:rPr lang="ru-RU" sz="1400" kern="1200" dirty="0" err="1">
              <a:solidFill>
                <a:schemeClr val="tx1"/>
              </a:solidFill>
            </a:rPr>
            <a:t>Короновирусная</a:t>
          </a:r>
          <a:r>
            <a:rPr lang="ru-RU" sz="1400" kern="1200" dirty="0">
              <a:solidFill>
                <a:schemeClr val="tx1"/>
              </a:solidFill>
            </a:rPr>
            <a:t> инфекция, лабораторно не подтвержденная» </a:t>
          </a:r>
          <a:r>
            <a:rPr lang="en-US" sz="1400" kern="1200" dirty="0">
              <a:solidFill>
                <a:schemeClr val="tx1"/>
              </a:solidFill>
            </a:rPr>
            <a:t>U07.2</a:t>
          </a:r>
          <a:endParaRPr lang="ru-RU" sz="1400" kern="1200" dirty="0">
            <a:solidFill>
              <a:schemeClr val="tx1"/>
            </a:solidFill>
          </a:endParaRPr>
        </a:p>
      </dsp:txBody>
      <dsp:txXfrm rot="10800000">
        <a:off x="1628059" y="1503966"/>
        <a:ext cx="5817637" cy="289030"/>
      </dsp:txXfrm>
    </dsp:sp>
    <dsp:sp modelId="{055A9BDD-AD64-4254-BE0B-C2A726612618}">
      <dsp:nvSpPr>
        <dsp:cNvPr id="0" name=""/>
        <dsp:cNvSpPr/>
      </dsp:nvSpPr>
      <dsp:spPr>
        <a:xfrm>
          <a:off x="1411287" y="1503966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45A90-D076-4A15-827A-016DED02088D}">
      <dsp:nvSpPr>
        <dsp:cNvPr id="0" name=""/>
        <dsp:cNvSpPr/>
      </dsp:nvSpPr>
      <dsp:spPr>
        <a:xfrm rot="10800000">
          <a:off x="1555802" y="1879274"/>
          <a:ext cx="5889894" cy="289030"/>
        </a:xfrm>
        <a:prstGeom prst="homePlate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«Острый инфаркт миокарда» </a:t>
          </a:r>
          <a:r>
            <a:rPr lang="en-US" sz="1400" b="1" kern="1200" dirty="0">
              <a:solidFill>
                <a:schemeClr val="tx1"/>
              </a:solidFill>
            </a:rPr>
            <a:t>I21-I22</a:t>
          </a:r>
          <a:r>
            <a:rPr lang="ru-RU" sz="1400" kern="1200" dirty="0">
              <a:solidFill>
                <a:schemeClr val="tx1"/>
              </a:solidFill>
            </a:rPr>
            <a:t>;</a:t>
          </a:r>
          <a:endParaRPr lang="ru-RU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 rot="10800000">
        <a:off x="1628059" y="1879274"/>
        <a:ext cx="5817637" cy="289030"/>
      </dsp:txXfrm>
    </dsp:sp>
    <dsp:sp modelId="{42170726-3513-459C-BF28-8E7B470A1660}">
      <dsp:nvSpPr>
        <dsp:cNvPr id="0" name=""/>
        <dsp:cNvSpPr/>
      </dsp:nvSpPr>
      <dsp:spPr>
        <a:xfrm>
          <a:off x="1411287" y="1879274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B621D-4E84-4B66-BB70-1B75B5511B3C}">
      <dsp:nvSpPr>
        <dsp:cNvPr id="0" name=""/>
        <dsp:cNvSpPr/>
      </dsp:nvSpPr>
      <dsp:spPr>
        <a:xfrm rot="10800000">
          <a:off x="1555802" y="2254582"/>
          <a:ext cx="5889894" cy="289030"/>
        </a:xfrm>
        <a:prstGeom prst="homePlate">
          <a:avLst/>
        </a:prstGeom>
        <a:solidFill>
          <a:schemeClr val="accent5">
            <a:shade val="50000"/>
            <a:hueOff val="252972"/>
            <a:satOff val="-5595"/>
            <a:lumOff val="419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«Геморрагический инсульт»</a:t>
          </a:r>
          <a:r>
            <a:rPr lang="en-US" sz="1400" kern="1200" dirty="0">
              <a:solidFill>
                <a:schemeClr val="tx1"/>
              </a:solidFill>
            </a:rPr>
            <a:t> I</a:t>
          </a:r>
          <a:r>
            <a:rPr lang="en-US" sz="1400" b="1" kern="1200" dirty="0">
              <a:solidFill>
                <a:schemeClr val="tx1"/>
              </a:solidFill>
            </a:rPr>
            <a:t>60</a:t>
          </a:r>
          <a:r>
            <a:rPr lang="ru-RU" sz="1400" b="1" kern="1200" dirty="0">
              <a:solidFill>
                <a:schemeClr val="tx1"/>
              </a:solidFill>
            </a:rPr>
            <a:t>,</a:t>
          </a:r>
          <a:r>
            <a:rPr lang="en-US" sz="1400" b="1" kern="1200" dirty="0">
              <a:solidFill>
                <a:schemeClr val="tx1"/>
              </a:solidFill>
            </a:rPr>
            <a:t>61</a:t>
          </a:r>
          <a:r>
            <a:rPr lang="ru-RU" sz="1400" b="1" kern="1200" dirty="0">
              <a:solidFill>
                <a:schemeClr val="tx1"/>
              </a:solidFill>
            </a:rPr>
            <a:t>,</a:t>
          </a:r>
          <a:r>
            <a:rPr lang="en-US" sz="1400" b="1" kern="1200" dirty="0">
              <a:solidFill>
                <a:schemeClr val="tx1"/>
              </a:solidFill>
            </a:rPr>
            <a:t>62</a:t>
          </a:r>
          <a:r>
            <a:rPr lang="ru-RU" sz="1400" b="1" kern="1200" dirty="0">
              <a:solidFill>
                <a:schemeClr val="tx1"/>
              </a:solidFill>
            </a:rPr>
            <a:t>;</a:t>
          </a:r>
          <a:endParaRPr lang="ru-RU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 rot="10800000">
        <a:off x="1628059" y="2254582"/>
        <a:ext cx="5817637" cy="289030"/>
      </dsp:txXfrm>
    </dsp:sp>
    <dsp:sp modelId="{E5287D00-988D-4762-9427-95CDA9C310A9}">
      <dsp:nvSpPr>
        <dsp:cNvPr id="0" name=""/>
        <dsp:cNvSpPr/>
      </dsp:nvSpPr>
      <dsp:spPr>
        <a:xfrm>
          <a:off x="1411287" y="2254582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2A467-CA3A-454C-B780-C943E9A67C3D}">
      <dsp:nvSpPr>
        <dsp:cNvPr id="0" name=""/>
        <dsp:cNvSpPr/>
      </dsp:nvSpPr>
      <dsp:spPr>
        <a:xfrm rot="10800000">
          <a:off x="1555802" y="2629891"/>
          <a:ext cx="5889894" cy="289030"/>
        </a:xfrm>
        <a:prstGeom prst="homePlate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«Инфаркт мозга, закупорка мозговых артерий» </a:t>
          </a:r>
          <a:r>
            <a:rPr lang="en-US" sz="1400" b="1" kern="1200" dirty="0">
              <a:solidFill>
                <a:schemeClr val="tx1"/>
              </a:solidFill>
            </a:rPr>
            <a:t>I63, I65, I66</a:t>
          </a:r>
          <a:endParaRPr lang="ru-RU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 rot="10800000">
        <a:off x="1628059" y="2629891"/>
        <a:ext cx="5817637" cy="289030"/>
      </dsp:txXfrm>
    </dsp:sp>
    <dsp:sp modelId="{EB01CB9E-701D-4B15-B958-13ECCCEC820B}">
      <dsp:nvSpPr>
        <dsp:cNvPr id="0" name=""/>
        <dsp:cNvSpPr/>
      </dsp:nvSpPr>
      <dsp:spPr>
        <a:xfrm>
          <a:off x="1411287" y="2629891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960EB-BCD3-495E-BA9A-77D215EB7814}">
      <dsp:nvSpPr>
        <dsp:cNvPr id="0" name=""/>
        <dsp:cNvSpPr/>
      </dsp:nvSpPr>
      <dsp:spPr>
        <a:xfrm rot="10800000">
          <a:off x="1555802" y="3005199"/>
          <a:ext cx="5889894" cy="289030"/>
        </a:xfrm>
        <a:prstGeom prst="homePlate">
          <a:avLst/>
        </a:prstGeom>
        <a:solidFill>
          <a:schemeClr val="accent5">
            <a:shade val="50000"/>
            <a:hueOff val="168648"/>
            <a:satOff val="-3730"/>
            <a:lumOff val="279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53340" rIns="99568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</a:rPr>
            <a:t>«Неуточненный инсульт» </a:t>
          </a:r>
          <a:r>
            <a:rPr lang="en-US" sz="1400" b="1" kern="1200" dirty="0">
              <a:solidFill>
                <a:schemeClr val="tx1"/>
              </a:solidFill>
            </a:rPr>
            <a:t>I</a:t>
          </a:r>
          <a:r>
            <a:rPr lang="ru-RU" sz="1400" b="1" kern="1200" dirty="0">
              <a:solidFill>
                <a:schemeClr val="tx1"/>
              </a:solidFill>
            </a:rPr>
            <a:t>64</a:t>
          </a:r>
          <a:r>
            <a:rPr lang="ru-RU" sz="1400" kern="1200" dirty="0">
              <a:solidFill>
                <a:schemeClr val="tx1"/>
              </a:solidFill>
            </a:rPr>
            <a:t>;</a:t>
          </a:r>
          <a:endParaRPr lang="ru-RU" sz="1400" b="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 rot="10800000">
        <a:off x="1628059" y="3005199"/>
        <a:ext cx="5817637" cy="289030"/>
      </dsp:txXfrm>
    </dsp:sp>
    <dsp:sp modelId="{99457B92-24EF-460A-8E33-16CA74EE6B30}">
      <dsp:nvSpPr>
        <dsp:cNvPr id="0" name=""/>
        <dsp:cNvSpPr/>
      </dsp:nvSpPr>
      <dsp:spPr>
        <a:xfrm>
          <a:off x="1411287" y="3005199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9FB42-8D7C-46C5-BAD8-8791B1D59953}">
      <dsp:nvSpPr>
        <dsp:cNvPr id="0" name=""/>
        <dsp:cNvSpPr/>
      </dsp:nvSpPr>
      <dsp:spPr>
        <a:xfrm rot="10800000">
          <a:off x="1555802" y="3380507"/>
          <a:ext cx="5889894" cy="289030"/>
        </a:xfrm>
        <a:prstGeom prst="homePlate">
          <a:avLst/>
        </a:prstGeom>
        <a:solidFill>
          <a:schemeClr val="accent5">
            <a:shade val="50000"/>
            <a:hueOff val="126486"/>
            <a:satOff val="-2798"/>
            <a:lumOff val="209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45720" rIns="85344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chemeClr val="tx1"/>
              </a:solidFill>
            </a:rPr>
            <a:t>«Пневмония» </a:t>
          </a:r>
          <a:r>
            <a:rPr lang="en-US" sz="1200" b="1" kern="1200" dirty="0" smtClean="0">
              <a:solidFill>
                <a:schemeClr val="tx1"/>
              </a:solidFill>
            </a:rPr>
            <a:t>J12-16,J18</a:t>
          </a:r>
          <a:endParaRPr lang="ru-RU" sz="1200" b="1" kern="1200" dirty="0">
            <a:solidFill>
              <a:schemeClr val="tx1"/>
            </a:solidFill>
          </a:endParaRPr>
        </a:p>
      </dsp:txBody>
      <dsp:txXfrm rot="10800000">
        <a:off x="1628059" y="3380507"/>
        <a:ext cx="5817637" cy="289030"/>
      </dsp:txXfrm>
    </dsp:sp>
    <dsp:sp modelId="{D0F3D863-194E-4F82-8B85-E20403A03C41}">
      <dsp:nvSpPr>
        <dsp:cNvPr id="0" name=""/>
        <dsp:cNvSpPr/>
      </dsp:nvSpPr>
      <dsp:spPr>
        <a:xfrm>
          <a:off x="1411287" y="3380507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A17E4-443A-41E4-B617-3CB6CEDFC6E9}">
      <dsp:nvSpPr>
        <dsp:cNvPr id="0" name=""/>
        <dsp:cNvSpPr/>
      </dsp:nvSpPr>
      <dsp:spPr>
        <a:xfrm rot="10800000">
          <a:off x="1555802" y="3755815"/>
          <a:ext cx="5889894" cy="289030"/>
        </a:xfrm>
        <a:prstGeom prst="homePlate">
          <a:avLst/>
        </a:prstGeom>
        <a:solidFill>
          <a:schemeClr val="accent5">
            <a:shade val="50000"/>
            <a:hueOff val="84324"/>
            <a:satOff val="-1865"/>
            <a:lumOff val="139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45720" rIns="85344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chemeClr val="tx1"/>
              </a:solidFill>
            </a:rPr>
            <a:t>«Травмы и отравления, всего» </a:t>
          </a:r>
          <a:r>
            <a:rPr lang="en-US" sz="1200" b="1" kern="1200" dirty="0" smtClean="0">
              <a:solidFill>
                <a:schemeClr val="tx1"/>
              </a:solidFill>
            </a:rPr>
            <a:t>S00-</a:t>
          </a:r>
          <a:r>
            <a:rPr lang="ru-RU" sz="1200" b="1" kern="1200" dirty="0" smtClean="0">
              <a:solidFill>
                <a:schemeClr val="tx1"/>
              </a:solidFill>
            </a:rPr>
            <a:t>Т88</a:t>
          </a:r>
          <a:endParaRPr lang="ru-RU" sz="1200" b="1" kern="1200" dirty="0">
            <a:solidFill>
              <a:schemeClr val="tx1"/>
            </a:solidFill>
          </a:endParaRPr>
        </a:p>
      </dsp:txBody>
      <dsp:txXfrm rot="10800000">
        <a:off x="1628059" y="3755815"/>
        <a:ext cx="5817637" cy="289030"/>
      </dsp:txXfrm>
    </dsp:sp>
    <dsp:sp modelId="{25247C40-89D8-4CF1-B758-660D13F6C850}">
      <dsp:nvSpPr>
        <dsp:cNvPr id="0" name=""/>
        <dsp:cNvSpPr/>
      </dsp:nvSpPr>
      <dsp:spPr>
        <a:xfrm>
          <a:off x="1411287" y="3755815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0F80C-159C-4D9E-B757-438CEF6A15BD}">
      <dsp:nvSpPr>
        <dsp:cNvPr id="0" name=""/>
        <dsp:cNvSpPr/>
      </dsp:nvSpPr>
      <dsp:spPr>
        <a:xfrm rot="10800000">
          <a:off x="1555802" y="4131123"/>
          <a:ext cx="5889894" cy="289030"/>
        </a:xfrm>
        <a:prstGeom prst="homePlate">
          <a:avLst/>
        </a:prstGeom>
        <a:solidFill>
          <a:schemeClr val="accent5">
            <a:shade val="50000"/>
            <a:hueOff val="42162"/>
            <a:satOff val="-933"/>
            <a:lumOff val="69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54" tIns="45720" rIns="85344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chemeClr val="tx1"/>
              </a:solidFill>
            </a:rPr>
            <a:t>«Последствия травм, отравлений и других воздействий внешних причин» </a:t>
          </a:r>
          <a:r>
            <a:rPr lang="ru-RU" sz="1200" b="1" kern="1200" dirty="0" smtClean="0">
              <a:solidFill>
                <a:schemeClr val="tx1"/>
              </a:solidFill>
            </a:rPr>
            <a:t>Т90-Т98</a:t>
          </a:r>
          <a:endParaRPr lang="ru-RU" sz="1200" b="1" kern="1200" dirty="0">
            <a:solidFill>
              <a:schemeClr val="tx1"/>
            </a:solidFill>
          </a:endParaRPr>
        </a:p>
      </dsp:txBody>
      <dsp:txXfrm rot="10800000">
        <a:off x="1628059" y="4131123"/>
        <a:ext cx="5817637" cy="289030"/>
      </dsp:txXfrm>
    </dsp:sp>
    <dsp:sp modelId="{C23B9507-7BDF-4F85-A450-A6FB0F9A6886}">
      <dsp:nvSpPr>
        <dsp:cNvPr id="0" name=""/>
        <dsp:cNvSpPr/>
      </dsp:nvSpPr>
      <dsp:spPr>
        <a:xfrm>
          <a:off x="1411287" y="4131123"/>
          <a:ext cx="289030" cy="289030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400B8-E018-43D3-BBD4-5BD5BC2D0BB5}">
      <dsp:nvSpPr>
        <dsp:cNvPr id="0" name=""/>
        <dsp:cNvSpPr/>
      </dsp:nvSpPr>
      <dsp:spPr>
        <a:xfrm>
          <a:off x="0" y="122739"/>
          <a:ext cx="4248472" cy="978119"/>
        </a:xfrm>
        <a:prstGeom prst="roundRect">
          <a:avLst/>
        </a:prstGeom>
        <a:solidFill>
          <a:srgbClr val="8CCADB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>
              <a:latin typeface="Century Gothic" panose="020B0502020202020204" pitchFamily="34" charset="0"/>
              <a:cs typeface="Arial" panose="020B0604020202020204" pitchFamily="34" charset="0"/>
            </a:rPr>
            <a:t>Строка 3.0 </a:t>
          </a:r>
        </a:p>
        <a:p>
          <a:pPr lvl="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>
              <a:latin typeface="Century Gothic" panose="020B0502020202020204" pitchFamily="34" charset="0"/>
              <a:cs typeface="Arial" panose="020B0604020202020204" pitchFamily="34" charset="0"/>
            </a:rPr>
            <a:t>«Новообразования»</a:t>
          </a:r>
          <a:endParaRPr lang="ru-RU" sz="1600" kern="1200" dirty="0"/>
        </a:p>
      </dsp:txBody>
      <dsp:txXfrm>
        <a:off x="47748" y="170487"/>
        <a:ext cx="4152976" cy="882623"/>
      </dsp:txXfrm>
    </dsp:sp>
    <dsp:sp modelId="{1E1186AF-7F99-49B1-A7C4-1ADCE31C4C0F}">
      <dsp:nvSpPr>
        <dsp:cNvPr id="0" name=""/>
        <dsp:cNvSpPr/>
      </dsp:nvSpPr>
      <dsp:spPr>
        <a:xfrm>
          <a:off x="0" y="1100859"/>
          <a:ext cx="4248472" cy="977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89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200" kern="1200" dirty="0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№10 «Отчет о больных и заболеваниях злокачественными новообразованиями»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200" kern="1200">
              <a:latin typeface="Century Gothic" panose="020B0502020202020204" pitchFamily="34" charset="0"/>
              <a:cs typeface="Arial" panose="020B0604020202020204" pitchFamily="34" charset="0"/>
            </a:rPr>
            <a:t>таблица №1000</a:t>
          </a:r>
          <a:endParaRPr lang="ru-RU" sz="1200" kern="1200" dirty="0">
            <a:latin typeface="Century Gothic" panose="020B0502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200" kern="1200">
              <a:latin typeface="Century Gothic" panose="020B0502020202020204" pitchFamily="34" charset="0"/>
              <a:cs typeface="Arial" panose="020B0604020202020204" pitchFamily="34" charset="0"/>
            </a:rPr>
            <a:t>графа №1 «Всего»  по строкам № 01 и 02</a:t>
          </a:r>
          <a:endParaRPr lang="ru-RU" sz="1200" kern="1200" dirty="0">
            <a:latin typeface="Century Gothic" panose="020B0502020202020204" pitchFamily="34" charset="0"/>
            <a:cs typeface="Arial" panose="020B0604020202020204" pitchFamily="34" charset="0"/>
          </a:endParaRPr>
        </a:p>
      </dsp:txBody>
      <dsp:txXfrm>
        <a:off x="0" y="1100859"/>
        <a:ext cx="4248472" cy="977040"/>
      </dsp:txXfrm>
    </dsp:sp>
    <dsp:sp modelId="{4F0FF424-5A8F-4800-8E39-C3ED0F790A19}">
      <dsp:nvSpPr>
        <dsp:cNvPr id="0" name=""/>
        <dsp:cNvSpPr/>
      </dsp:nvSpPr>
      <dsp:spPr>
        <a:xfrm>
          <a:off x="0" y="2077899"/>
          <a:ext cx="4248472" cy="978119"/>
        </a:xfrm>
        <a:prstGeom prst="roundRect">
          <a:avLst/>
        </a:prstGeom>
        <a:solidFill>
          <a:srgbClr val="8CCADB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>
              <a:latin typeface="Century Gothic" panose="020B0502020202020204" pitchFamily="34" charset="0"/>
              <a:cs typeface="Arial" panose="020B0604020202020204" pitchFamily="34" charset="0"/>
            </a:rPr>
            <a:t>Строка 6.0</a:t>
          </a:r>
        </a:p>
        <a:p>
          <a:pPr lvl="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>
              <a:latin typeface="Century Gothic" panose="020B0502020202020204" pitchFamily="34" charset="0"/>
              <a:cs typeface="Arial" panose="020B0604020202020204" pitchFamily="34" charset="0"/>
            </a:rPr>
            <a:t>«Психические расстройства</a:t>
          </a:r>
        </a:p>
        <a:p>
          <a:pPr lvl="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>
              <a:latin typeface="Century Gothic" panose="020B0502020202020204" pitchFamily="34" charset="0"/>
              <a:cs typeface="Arial" panose="020B0604020202020204" pitchFamily="34" charset="0"/>
            </a:rPr>
            <a:t>и расстройства поведения»</a:t>
          </a:r>
          <a:endParaRPr lang="ru-RU" sz="1600" kern="1200" dirty="0"/>
        </a:p>
      </dsp:txBody>
      <dsp:txXfrm>
        <a:off x="47748" y="2125647"/>
        <a:ext cx="4152976" cy="882623"/>
      </dsp:txXfrm>
    </dsp:sp>
    <dsp:sp modelId="{B2C9A321-8786-4C53-A133-C49A2CC9E097}">
      <dsp:nvSpPr>
        <dsp:cNvPr id="0" name=""/>
        <dsp:cNvSpPr/>
      </dsp:nvSpPr>
      <dsp:spPr>
        <a:xfrm>
          <a:off x="0" y="3056019"/>
          <a:ext cx="4248472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89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200" kern="1200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№13 «Отчет о заболеваниях и контингентах больных психическими и поведенческими расстройствами»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200" kern="1200" dirty="0">
              <a:latin typeface="Century Gothic" panose="020B0502020202020204" pitchFamily="34" charset="0"/>
              <a:cs typeface="Arial" panose="020B0604020202020204" pitchFamily="34" charset="0"/>
            </a:rPr>
            <a:t>таблица №1000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200" kern="1200">
              <a:latin typeface="Century Gothic" panose="020B0502020202020204" pitchFamily="34" charset="0"/>
              <a:cs typeface="Arial" panose="020B0604020202020204" pitchFamily="34" charset="0"/>
            </a:rPr>
            <a:t>графа №1 «Всего» по строкам № 01 и 02</a:t>
          </a:r>
          <a:endParaRPr lang="ru-RU" sz="1200" kern="1200" dirty="0"/>
        </a:p>
      </dsp:txBody>
      <dsp:txXfrm>
        <a:off x="0" y="3056019"/>
        <a:ext cx="4248472" cy="1159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400B8-E018-43D3-BBD4-5BD5BC2D0BB5}">
      <dsp:nvSpPr>
        <dsp:cNvPr id="0" name=""/>
        <dsp:cNvSpPr/>
      </dsp:nvSpPr>
      <dsp:spPr>
        <a:xfrm>
          <a:off x="0" y="150459"/>
          <a:ext cx="4248472" cy="1347840"/>
        </a:xfrm>
        <a:prstGeom prst="roundRect">
          <a:avLst/>
        </a:prstGeom>
        <a:solidFill>
          <a:srgbClr val="8CCADB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kern="1200" dirty="0">
              <a:latin typeface="Century Gothic" panose="020B0502020202020204" pitchFamily="34" charset="0"/>
              <a:cs typeface="Arial" panose="020B0604020202020204" pitchFamily="34" charset="0"/>
            </a:rPr>
            <a:t>Строка 7.0 «Психические расстройства и расстройства поведения, связанные с употреблением психоактивных веществ»</a:t>
          </a:r>
        </a:p>
        <a:p>
          <a:pPr lvl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kern="1200" dirty="0">
              <a:latin typeface="Century Gothic" panose="020B0502020202020204" pitchFamily="34" charset="0"/>
              <a:cs typeface="Arial" panose="020B0604020202020204" pitchFamily="34" charset="0"/>
            </a:rPr>
            <a:t>Строка 7.1 «в том числе психические и поведенческие расстройства, вызванные употреблением алкоголя»</a:t>
          </a:r>
        </a:p>
      </dsp:txBody>
      <dsp:txXfrm>
        <a:off x="65796" y="216255"/>
        <a:ext cx="4116880" cy="1216248"/>
      </dsp:txXfrm>
    </dsp:sp>
    <dsp:sp modelId="{1E1186AF-7F99-49B1-A7C4-1ADCE31C4C0F}">
      <dsp:nvSpPr>
        <dsp:cNvPr id="0" name=""/>
        <dsp:cNvSpPr/>
      </dsp:nvSpPr>
      <dsp:spPr>
        <a:xfrm>
          <a:off x="0" y="1498299"/>
          <a:ext cx="4248472" cy="732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89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900" kern="1200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№14 «Отчет о заболеваниях и контингентах больных психическими и поведенческими расстройствами, вызванными употреблением психоактивных веществ»</a:t>
          </a:r>
          <a:endParaRPr lang="ru-R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таблица №1001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графа №1 «Всего» по строкам № 1, 2, 3, 4</a:t>
          </a:r>
        </a:p>
      </dsp:txBody>
      <dsp:txXfrm>
        <a:off x="0" y="1498299"/>
        <a:ext cx="4248472" cy="732780"/>
      </dsp:txXfrm>
    </dsp:sp>
    <dsp:sp modelId="{4F0FF424-5A8F-4800-8E39-C3ED0F790A19}">
      <dsp:nvSpPr>
        <dsp:cNvPr id="0" name=""/>
        <dsp:cNvSpPr/>
      </dsp:nvSpPr>
      <dsp:spPr>
        <a:xfrm>
          <a:off x="0" y="2231079"/>
          <a:ext cx="4248472" cy="1347840"/>
        </a:xfrm>
        <a:prstGeom prst="roundRect">
          <a:avLst/>
        </a:prstGeom>
        <a:solidFill>
          <a:srgbClr val="8CCADB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kern="1200" dirty="0">
              <a:latin typeface="Century Gothic" panose="020B0502020202020204" pitchFamily="34" charset="0"/>
              <a:cs typeface="Arial" panose="020B0604020202020204" pitchFamily="34" charset="0"/>
            </a:rPr>
            <a:t>Строка 18.0 таблицы №1000</a:t>
          </a:r>
        </a:p>
        <a:p>
          <a:pPr lvl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kern="1200" dirty="0">
              <a:latin typeface="Century Gothic" panose="020B0502020202020204" pitchFamily="34" charset="0"/>
              <a:cs typeface="Arial" panose="020B0604020202020204" pitchFamily="34" charset="0"/>
            </a:rPr>
            <a:t>«Отдельные состояния, возникающие </a:t>
          </a:r>
        </a:p>
        <a:p>
          <a:pPr lvl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200" b="1" kern="1200" dirty="0">
              <a:latin typeface="Century Gothic" panose="020B0502020202020204" pitchFamily="34" charset="0"/>
              <a:cs typeface="Arial" panose="020B0604020202020204" pitchFamily="34" charset="0"/>
            </a:rPr>
            <a:t>в перинатальном периоде»</a:t>
          </a:r>
        </a:p>
      </dsp:txBody>
      <dsp:txXfrm>
        <a:off x="65796" y="2296875"/>
        <a:ext cx="4116880" cy="1216248"/>
      </dsp:txXfrm>
    </dsp:sp>
    <dsp:sp modelId="{B2C9A321-8786-4C53-A133-C49A2CC9E097}">
      <dsp:nvSpPr>
        <dsp:cNvPr id="0" name=""/>
        <dsp:cNvSpPr/>
      </dsp:nvSpPr>
      <dsp:spPr>
        <a:xfrm>
          <a:off x="0" y="3578919"/>
          <a:ext cx="4248472" cy="608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89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№20 «Отчет о медицинской помощи детям»</a:t>
          </a:r>
          <a:endParaRPr lang="ru-R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таблица №2300</a:t>
          </a:r>
          <a:endParaRPr lang="ru-R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графа №1 по строке </a:t>
          </a:r>
          <a:r>
            <a:rPr lang="ru-RU" sz="900" b="1" kern="1200" dirty="0">
              <a:latin typeface="Century Gothic" panose="020B0502020202020204" pitchFamily="34" charset="0"/>
              <a:cs typeface="Arial" panose="020B0604020202020204" pitchFamily="34" charset="0"/>
            </a:rPr>
            <a:t>№16 </a:t>
          </a: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(</a:t>
          </a:r>
          <a:r>
            <a:rPr lang="ru-RU" sz="900" b="1" kern="1200" dirty="0">
              <a:latin typeface="Century Gothic" panose="020B0502020202020204" pitchFamily="34" charset="0"/>
              <a:cs typeface="Arial" panose="020B0604020202020204" pitchFamily="34" charset="0"/>
            </a:rPr>
            <a:t>по </a:t>
          </a:r>
          <a:r>
            <a:rPr lang="ru-RU" sz="900" b="1" kern="1200" dirty="0" err="1">
              <a:latin typeface="Century Gothic" panose="020B0502020202020204" pitchFamily="34" charset="0"/>
              <a:cs typeface="Arial" panose="020B0604020202020204" pitchFamily="34" charset="0"/>
            </a:rPr>
            <a:t>Медстат</a:t>
          </a:r>
          <a:r>
            <a:rPr lang="ru-RU" sz="900" kern="1200" dirty="0">
              <a:latin typeface="Century Gothic" panose="020B0502020202020204" pitchFamily="34" charset="0"/>
              <a:cs typeface="Arial" panose="020B0604020202020204" pitchFamily="34" charset="0"/>
            </a:rPr>
            <a:t>)</a:t>
          </a:r>
          <a:endParaRPr lang="ru-RU" sz="900" kern="1200" dirty="0"/>
        </a:p>
      </dsp:txBody>
      <dsp:txXfrm>
        <a:off x="0" y="3578919"/>
        <a:ext cx="4248472" cy="608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400B8-E018-43D3-BBD4-5BD5BC2D0BB5}">
      <dsp:nvSpPr>
        <dsp:cNvPr id="0" name=""/>
        <dsp:cNvSpPr/>
      </dsp:nvSpPr>
      <dsp:spPr>
        <a:xfrm>
          <a:off x="0" y="775216"/>
          <a:ext cx="8784976" cy="1711125"/>
        </a:xfrm>
        <a:prstGeom prst="roundRect">
          <a:avLst/>
        </a:prstGeom>
        <a:solidFill>
          <a:srgbClr val="8CCADB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b="1" kern="1200" dirty="0">
              <a:latin typeface="Century Gothic" panose="020B0502020202020204" pitchFamily="34" charset="0"/>
              <a:cs typeface="Arial" panose="020B0604020202020204" pitchFamily="34" charset="0"/>
            </a:rPr>
            <a:t>Строка 21.0 </a:t>
          </a:r>
        </a:p>
        <a:p>
          <a:pPr lvl="0" algn="l" defTabSz="800100">
            <a:spcBef>
              <a:spcPct val="0"/>
            </a:spcBef>
          </a:pPr>
          <a:r>
            <a:rPr lang="ru-RU" sz="1800" b="1" kern="1200" dirty="0">
              <a:latin typeface="Century Gothic" panose="020B0502020202020204" pitchFamily="34" charset="0"/>
              <a:cs typeface="Arial" panose="020B0604020202020204" pitchFamily="34" charset="0"/>
            </a:rPr>
            <a:t>«Травмы и отравления, всего»</a:t>
          </a:r>
        </a:p>
        <a:p>
          <a:pPr lvl="0" algn="l" defTabSz="800100">
            <a:spcBef>
              <a:spcPct val="0"/>
            </a:spcBef>
          </a:pPr>
          <a:r>
            <a:rPr lang="ru-RU" sz="1800" b="1" kern="1200" dirty="0">
              <a:latin typeface="Century Gothic" panose="020B0502020202020204" pitchFamily="34" charset="0"/>
              <a:cs typeface="Arial" panose="020B0604020202020204" pitchFamily="34" charset="0"/>
            </a:rPr>
            <a:t>Строка 22.0</a:t>
          </a:r>
        </a:p>
        <a:p>
          <a:pPr lvl="0" algn="l" defTabSz="800100">
            <a:spcBef>
              <a:spcPct val="0"/>
            </a:spcBef>
          </a:pPr>
          <a:r>
            <a:rPr lang="ru-RU" sz="1800" b="1" kern="1200" dirty="0">
              <a:latin typeface="Century Gothic" panose="020B0502020202020204" pitchFamily="34" charset="0"/>
              <a:cs typeface="Arial" panose="020B0604020202020204" pitchFamily="34" charset="0"/>
            </a:rPr>
            <a:t>«Последствия травм, отравлений и других воздействий внешних причин»</a:t>
          </a:r>
        </a:p>
      </dsp:txBody>
      <dsp:txXfrm>
        <a:off x="83530" y="858746"/>
        <a:ext cx="8617916" cy="1544065"/>
      </dsp:txXfrm>
    </dsp:sp>
    <dsp:sp modelId="{1E1186AF-7F99-49B1-A7C4-1ADCE31C4C0F}">
      <dsp:nvSpPr>
        <dsp:cNvPr id="0" name=""/>
        <dsp:cNvSpPr/>
      </dsp:nvSpPr>
      <dsp:spPr>
        <a:xfrm>
          <a:off x="0" y="2486341"/>
          <a:ext cx="8784976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923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rPr>
            <a:t>Сверка с приложением №28 «Отчет о травмах, отравлениях и некоторых других последствиях воздействия внешних причин»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rPr>
            <a:t>таблицы № 1000, 2000, 3000, 4000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rPr>
            <a:t>графа № 1 «Итого» по строкам № 1, 2, 33, 34</a:t>
          </a:r>
          <a:endParaRPr lang="ru-RU" sz="1600" kern="1200" dirty="0"/>
        </a:p>
      </dsp:txBody>
      <dsp:txXfrm>
        <a:off x="0" y="2486341"/>
        <a:ext cx="8784976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2044" tIns="46022" rIns="92044" bIns="46022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4513" y="0"/>
            <a:ext cx="4302125" cy="339725"/>
          </a:xfrm>
          <a:prstGeom prst="rect">
            <a:avLst/>
          </a:prstGeom>
        </p:spPr>
        <p:txBody>
          <a:bodyPr vert="horz" lIns="92044" tIns="46022" rIns="92044" bIns="46022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81ABC9F-5067-4A08-8F63-6A9A8602430A}" type="datetimeFigureOut">
              <a:rPr lang="ru-RU"/>
              <a:pPr>
                <a:defRPr/>
              </a:pPr>
              <a:t>22.12.2023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27550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44" tIns="46022" rIns="92044" bIns="46022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3775" y="3228975"/>
            <a:ext cx="7942263" cy="3057525"/>
          </a:xfrm>
          <a:prstGeom prst="rect">
            <a:avLst/>
          </a:prstGeom>
        </p:spPr>
        <p:txBody>
          <a:bodyPr vert="horz" lIns="92044" tIns="46022" rIns="92044" bIns="46022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39725"/>
          </a:xfrm>
          <a:prstGeom prst="rect">
            <a:avLst/>
          </a:prstGeom>
        </p:spPr>
        <p:txBody>
          <a:bodyPr vert="horz" lIns="92044" tIns="46022" rIns="92044" bIns="46022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4513" y="6456363"/>
            <a:ext cx="4302125" cy="339725"/>
          </a:xfrm>
          <a:prstGeom prst="rect">
            <a:avLst/>
          </a:prstGeom>
        </p:spPr>
        <p:txBody>
          <a:bodyPr vert="horz" wrap="square" lIns="92044" tIns="46022" rIns="92044" bIns="460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627021-C43A-4A56-8984-CF2F4F548ED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7713" indent="-28733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935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9725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F0AE8F-8ABC-4E59-8C44-5DDEE1CAEF12}" type="slidenum">
              <a:rPr lang="ru-RU" altLang="ru-RU" sz="1200" smtClean="0"/>
              <a:pPr/>
              <a:t>1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627021-C43A-4A56-8984-CF2F4F548ED1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32701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627021-C43A-4A56-8984-CF2F4F548ED1}" type="slidenum">
              <a:rPr lang="ru-RU" altLang="ru-RU" smtClean="0"/>
              <a:pPr>
                <a:defRPr/>
              </a:pPr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48136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627021-C43A-4A56-8984-CF2F4F548ED1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2405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627021-C43A-4A56-8984-CF2F4F548ED1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99849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627021-C43A-4A56-8984-CF2F4F548ED1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12086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815FE-72C8-4357-99C5-B81DE109A63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8594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96402-2C84-410F-8BCE-3B35EE6CA52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4273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1EB17-FF89-4EB9-8B41-F5AA3D79231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948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04BC1-6C6E-4EAA-B2A4-CB92139AB62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4566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1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D1768-71C2-45D3-AF13-1BADA90732F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6512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BD986-D104-4A43-86EA-C8A8EDB5AE8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8465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E07EF-F03B-4E5F-8788-3D4363F09A7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019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57A82-E6D5-444D-AE72-E1C4361D1F1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6090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5DCEE-C3B7-4906-A0FD-9466715785A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8945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832C7-E71F-477A-A698-54C0389500F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86967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6BD3A-060E-4E4E-AD10-9424F80105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7673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26AE1-4864-4C7F-86C8-B8405B299BC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28544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4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B7AE93-6579-4BC6-BBD7-21985A665D4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/>
          <p:cNvSpPr>
            <a:spLocks noChangeArrowheads="1"/>
          </p:cNvSpPr>
          <p:nvPr/>
        </p:nvSpPr>
        <p:spPr bwMode="auto">
          <a:xfrm>
            <a:off x="179512" y="1275606"/>
            <a:ext cx="87439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492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24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Отчет о числе заболеваний, зарегистрированных у больных, проживающих в районе обслуживания медицинской организации и контингентах больных, состоящих под диспансерным наблюдением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ru-RU" altLang="ru-RU" sz="2400" dirty="0">
              <a:solidFill>
                <a:schemeClr val="tx2">
                  <a:lumMod val="75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200" b="1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(Приложение 15 к приказу </a:t>
            </a: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200" b="1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Министра здравоохранения Республики Казахстан</a:t>
            </a: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200" b="1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от 22 декабря 2020 года № ҚР ДСМ-313/2020)</a:t>
            </a:r>
          </a:p>
        </p:txBody>
      </p:sp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7308304" y="4637881"/>
            <a:ext cx="1931641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2060"/>
                </a:solidFill>
                <a:latin typeface="Century Gothic" panose="020B0502020202020204" pitchFamily="34" charset="0"/>
              </a:rPr>
              <a:t>Астана, 20</a:t>
            </a:r>
            <a:r>
              <a:rPr lang="en-US" altLang="ru-RU" sz="1400" dirty="0">
                <a:solidFill>
                  <a:srgbClr val="002060"/>
                </a:solidFill>
                <a:latin typeface="Century Gothic" panose="020B0502020202020204" pitchFamily="34" charset="0"/>
              </a:rPr>
              <a:t>2</a:t>
            </a:r>
            <a:r>
              <a:rPr lang="ru-RU" altLang="ru-RU" sz="1400" dirty="0">
                <a:solidFill>
                  <a:srgbClr val="002060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5E07EF-F03B-4E5F-8788-3D4363F09A75}" type="slidenum">
              <a:rPr lang="ru-RU" altLang="ru-RU" smtClean="0"/>
              <a:pPr>
                <a:defRPr/>
              </a:pPr>
              <a:t>1</a:t>
            </a:fld>
            <a:endParaRPr lang="ru-RU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двумя скругленными противолежащими углами 9"/>
          <p:cNvSpPr/>
          <p:nvPr/>
        </p:nvSpPr>
        <p:spPr>
          <a:xfrm>
            <a:off x="5148064" y="1707654"/>
            <a:ext cx="3050728" cy="198715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2F7A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71450" indent="-171450" algn="ctr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ru-RU" altLang="ru-RU" b="1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НЕ ДОПУСКАЕТСЯ РЕЗКИЙ РОСТ ИЛИ СНИЖЕНИЕ АБСОЛЮТНЫХ ДАННЫХ</a:t>
            </a:r>
            <a:endParaRPr lang="ru-RU" b="1" dirty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0" name="TextBox 2"/>
          <p:cNvSpPr txBox="1">
            <a:spLocks noChangeArrowheads="1"/>
          </p:cNvSpPr>
          <p:nvPr/>
        </p:nvSpPr>
        <p:spPr bwMode="auto">
          <a:xfrm>
            <a:off x="-25152" y="93790"/>
            <a:ext cx="63973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ru-RU" altLang="ru-RU" sz="2800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   Межгодовой контроль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11560" y="1225068"/>
            <a:ext cx="3881413" cy="2952328"/>
          </a:xfrm>
          <a:prstGeom prst="roundRect">
            <a:avLst/>
          </a:prstGeom>
          <a:solidFill>
            <a:srgbClr val="2F7A8D"/>
          </a:solidFill>
          <a:ln>
            <a:solidFill>
              <a:srgbClr val="2F7A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Сверку по данным, заполняемых в таблицах </a:t>
            </a:r>
          </a:p>
          <a:p>
            <a:pPr algn="ctr">
              <a:defRPr/>
            </a:pP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№1 000, 2 000, 3 000, 4 000 и </a:t>
            </a:r>
          </a:p>
          <a:p>
            <a:pPr algn="ctr">
              <a:defRPr/>
            </a:pP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5 000, необходимо проводить в сравнении с предыдущим периодом (2022 годом)</a:t>
            </a:r>
            <a:endParaRPr lang="ru-RU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>
            <a:stCxn id="10" idx="2"/>
          </p:cNvCxnSpPr>
          <p:nvPr/>
        </p:nvCxnSpPr>
        <p:spPr>
          <a:xfrm flipH="1">
            <a:off x="4492973" y="2701233"/>
            <a:ext cx="655091" cy="0"/>
          </a:xfrm>
          <a:prstGeom prst="line">
            <a:avLst/>
          </a:prstGeom>
          <a:ln w="28575">
            <a:solidFill>
              <a:srgbClr val="2F7A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835226" y="4783070"/>
            <a:ext cx="2133600" cy="274637"/>
          </a:xfrm>
        </p:spPr>
        <p:txBody>
          <a:bodyPr/>
          <a:lstStyle/>
          <a:p>
            <a:pPr>
              <a:defRPr/>
            </a:pPr>
            <a:fld id="{BF5E07EF-F03B-4E5F-8788-3D4363F09A75}" type="slidenum">
              <a:rPr lang="ru-RU" altLang="ru-RU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ru-RU" alt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351407"/>
              </p:ext>
            </p:extLst>
          </p:nvPr>
        </p:nvGraphicFramePr>
        <p:xfrm>
          <a:off x="179512" y="676895"/>
          <a:ext cx="5256584" cy="4343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0" y="-92546"/>
            <a:ext cx="673224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altLang="ru-RU" sz="2200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Графы 5 и 6: Состоит под диспансерным наблюдением на конец отчетного года</a:t>
            </a:r>
            <a:r>
              <a:rPr lang="ru-RU" altLang="ru-RU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 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876256" y="4804771"/>
            <a:ext cx="2133600" cy="274637"/>
          </a:xfrm>
        </p:spPr>
        <p:txBody>
          <a:bodyPr/>
          <a:lstStyle/>
          <a:p>
            <a:pPr>
              <a:defRPr/>
            </a:pPr>
            <a:fld id="{E4996402-2C84-410F-8BCE-3B35EE6CA528}" type="slidenum">
              <a:rPr lang="ru-RU" altLang="ru-RU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ru-RU" alt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9984" y="915566"/>
            <a:ext cx="3302496" cy="36724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02896" y="4767194"/>
            <a:ext cx="2133600" cy="274637"/>
          </a:xfrm>
        </p:spPr>
        <p:txBody>
          <a:bodyPr/>
          <a:lstStyle/>
          <a:p>
            <a:pPr>
              <a:defRPr/>
            </a:pPr>
            <a:fld id="{E4996402-2C84-410F-8BCE-3B35EE6CA528}" type="slidenum">
              <a:rPr lang="ru-RU" altLang="ru-RU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ru-RU" alt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7504" y="5147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defRPr/>
            </a:pPr>
            <a:r>
              <a:rPr lang="ru-RU" altLang="ru-RU" sz="2000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Динамическое наблюдение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461836" y="1301438"/>
            <a:ext cx="2088232" cy="1648309"/>
          </a:xfrm>
          <a:prstGeom prst="rect">
            <a:avLst/>
          </a:prstGeom>
          <a:solidFill>
            <a:srgbClr val="2F7A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 altLang="ru-RU" sz="1200" kern="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НЕОБХОДИМО ОБРАТИТЬ ОСОБОЕ ВНИМАНИЕ НА СТРОКИ,</a:t>
            </a:r>
            <a:r>
              <a:rPr lang="en-US" altLang="ru-RU" sz="1200" kern="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1200" kern="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ВКЛЮЧАЮЩИЕ СЛЕДУЮЩИЕ ДИАГНОЗЫ</a:t>
            </a:r>
          </a:p>
          <a:p>
            <a:pPr lvl="0" algn="ctr">
              <a:defRPr/>
            </a:pPr>
            <a:endParaRPr lang="ru-RU" altLang="ru-RU" sz="1200" kern="0" dirty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461836" y="3161021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E10 -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сахарный диабет инсулинозависимый</a:t>
            </a:r>
            <a:endParaRPr lang="en-US" sz="800" kern="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E11 -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сахарный диабет инсулиннезависимый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20370" y="842456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I10-I13 -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болезни, характеризующиеся повышенным кровяным давлением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23476" y="1469012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I20-I25 -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ишемическая болезнь сердца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17893" y="2182574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50.0</a:t>
            </a:r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-I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50.9</a:t>
            </a:r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сердечная недостаточность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680511" y="842456"/>
            <a:ext cx="2088232" cy="11306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G40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, </a:t>
            </a:r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41 -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эпилепсия без психоза и слабоумия</a:t>
            </a:r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endParaRPr lang="ru-RU" sz="800" kern="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700441" y="2182574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C00-C97 -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Злокачественные новообразования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003302" y="2817459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N18 -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Хроническая болезнь почек</a:t>
            </a:r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endParaRPr lang="ru-RU" sz="800" kern="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Шеврон 13"/>
          <p:cNvSpPr/>
          <p:nvPr/>
        </p:nvSpPr>
        <p:spPr>
          <a:xfrm flipH="1">
            <a:off x="2319618" y="1738471"/>
            <a:ext cx="1008112" cy="713148"/>
          </a:xfrm>
          <a:prstGeom prst="chevron">
            <a:avLst/>
          </a:prstGeom>
          <a:solidFill>
            <a:srgbClr val="2F7A8D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>
              <a:solidFill>
                <a:schemeClr val="tx1"/>
              </a:solidFill>
            </a:endParaRPr>
          </a:p>
        </p:txBody>
      </p:sp>
      <p:sp>
        <p:nvSpPr>
          <p:cNvPr id="15" name="Шеврон 14"/>
          <p:cNvSpPr/>
          <p:nvPr/>
        </p:nvSpPr>
        <p:spPr>
          <a:xfrm>
            <a:off x="5669855" y="1738471"/>
            <a:ext cx="890869" cy="713148"/>
          </a:xfrm>
          <a:prstGeom prst="chevron">
            <a:avLst/>
          </a:prstGeom>
          <a:solidFill>
            <a:srgbClr val="2F7A8D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920370" y="2817459"/>
            <a:ext cx="2088232" cy="50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I60-I69 - </a:t>
            </a:r>
            <a:r>
              <a:rPr lang="ru-RU" sz="800" kern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цереброваскулярные болезни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20" y="4412904"/>
            <a:ext cx="8656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070C0"/>
                </a:solidFill>
              </a:rPr>
              <a:t>Обязательна сверка с ИС «ЭРДБ» состоящих на 31.12.2023 года</a:t>
            </a:r>
          </a:p>
        </p:txBody>
      </p:sp>
    </p:spTree>
    <p:extLst>
      <p:ext uri="{BB962C8B-B14F-4D97-AF65-F5344CB8AC3E}">
        <p14:creationId xmlns:p14="http://schemas.microsoft.com/office/powerpoint/2010/main" val="167539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2"/>
          <p:cNvSpPr txBox="1">
            <a:spLocks noChangeArrowheads="1"/>
          </p:cNvSpPr>
          <p:nvPr/>
        </p:nvSpPr>
        <p:spPr bwMode="auto">
          <a:xfrm>
            <a:off x="0" y="0"/>
            <a:ext cx="59287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ru-RU" altLang="ru-RU" sz="2800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   Динамическое наблюдение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95536" y="1275606"/>
            <a:ext cx="3305349" cy="2952328"/>
          </a:xfrm>
          <a:prstGeom prst="roundRect">
            <a:avLst/>
          </a:prstGeom>
          <a:solidFill>
            <a:srgbClr val="2F7A8D"/>
          </a:solidFill>
          <a:ln>
            <a:solidFill>
              <a:srgbClr val="2F7A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Приказ Министра здравоохранения Республики Казахстан от 20 октября 2020 года № ҚР ДСМ - 142/2020.</a:t>
            </a:r>
          </a:p>
          <a:p>
            <a:pPr algn="ctr">
              <a:defRPr/>
            </a:pP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«Об утверждении перечня </a:t>
            </a:r>
            <a:r>
              <a:rPr lang="ru-RU" b="1" dirty="0" err="1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орфанных</a:t>
            </a: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заболеваний и лекарственных средств для их лечения (</a:t>
            </a:r>
            <a:r>
              <a:rPr lang="ru-RU" b="1" dirty="0" err="1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орфанных</a:t>
            </a:r>
            <a:r>
              <a:rPr lang="ru-RU" b="1" dirty="0">
                <a:solidFill>
                  <a:prstClr val="whit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)»</a:t>
            </a:r>
            <a:endParaRPr lang="ru-RU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835226" y="4783070"/>
            <a:ext cx="2133600" cy="274637"/>
          </a:xfrm>
        </p:spPr>
        <p:txBody>
          <a:bodyPr/>
          <a:lstStyle/>
          <a:p>
            <a:pPr>
              <a:defRPr/>
            </a:pPr>
            <a:fld id="{BF5E07EF-F03B-4E5F-8788-3D4363F09A75}" type="slidenum">
              <a:rPr lang="ru-RU" altLang="ru-RU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ru-RU" alt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1011784"/>
            <a:ext cx="5040560" cy="37202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972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904893492"/>
              </p:ext>
            </p:extLst>
          </p:nvPr>
        </p:nvGraphicFramePr>
        <p:xfrm>
          <a:off x="-1044624" y="699542"/>
          <a:ext cx="8856984" cy="4422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07504" y="-64199"/>
            <a:ext cx="583264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dirty="0">
                <a:solidFill>
                  <a:schemeClr val="accent5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Зарегистрировано заболеваний в отчетном году: всего </a:t>
            </a:r>
            <a:r>
              <a:rPr lang="ru-RU" sz="2400" b="1" dirty="0">
                <a:solidFill>
                  <a:schemeClr val="accent5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ru-RU" sz="1400" b="1" dirty="0">
                <a:solidFill>
                  <a:schemeClr val="accent5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spcAft>
                <a:spcPts val="0"/>
              </a:spcAft>
            </a:pPr>
            <a:r>
              <a:rPr lang="ru-RU" sz="1400" b="1" dirty="0">
                <a:solidFill>
                  <a:schemeClr val="accent5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 диагнозом, установленным впервые в жизни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7"/>
          </p:nvPr>
        </p:nvSpPr>
        <p:spPr>
          <a:xfrm>
            <a:off x="6876256" y="4803998"/>
            <a:ext cx="2133600" cy="274637"/>
          </a:xfrm>
        </p:spPr>
        <p:txBody>
          <a:bodyPr/>
          <a:lstStyle/>
          <a:p>
            <a:fld id="{B6F15528-21DE-4FAA-801E-634DDDAF4B2B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91064" y="2477592"/>
            <a:ext cx="1557536" cy="851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solidFill>
                  <a:schemeClr val="accent5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Графы 1=3, 2=4</a:t>
            </a:r>
          </a:p>
        </p:txBody>
      </p:sp>
    </p:spTree>
    <p:extLst>
      <p:ext uri="{BB962C8B-B14F-4D97-AF65-F5344CB8AC3E}">
        <p14:creationId xmlns:p14="http://schemas.microsoft.com/office/powerpoint/2010/main" val="188272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EE957D-5ED9-5AF6-0653-884F21C2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996402-2C84-410F-8BCE-3B35EE6CA528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31AA47-A610-5F61-A8FD-941885BD3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9630"/>
            <a:ext cx="59046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ru-RU" altLang="ru-RU" sz="2000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МЕЖФОРМЕННЫЙ КОНТРОЛЬ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DF2B404C-78C8-0700-4DAE-5DE6F55653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37261"/>
              </p:ext>
            </p:extLst>
          </p:nvPr>
        </p:nvGraphicFramePr>
        <p:xfrm>
          <a:off x="179512" y="682062"/>
          <a:ext cx="4248472" cy="4337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74651595-AC1E-088D-7540-827711BBB8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254448"/>
              </p:ext>
            </p:extLst>
          </p:nvPr>
        </p:nvGraphicFramePr>
        <p:xfrm>
          <a:off x="4644008" y="682061"/>
          <a:ext cx="4248472" cy="4337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0198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EE957D-5ED9-5AF6-0653-884F21C2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996402-2C84-410F-8BCE-3B35EE6CA528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31AA47-A610-5F61-A8FD-941885BD3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9630"/>
            <a:ext cx="59046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ru-RU" altLang="ru-RU" sz="2000" b="1" dirty="0">
                <a:solidFill>
                  <a:schemeClr val="accent5"/>
                </a:solidFill>
                <a:latin typeface="Century Gothic" panose="020B0502020202020204" pitchFamily="34" charset="0"/>
              </a:rPr>
              <a:t>МЕЖФОРМЕННЫЙ КОНТРОЛЬ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DF2B404C-78C8-0700-4DAE-5DE6F55653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812895"/>
              </p:ext>
            </p:extLst>
          </p:nvPr>
        </p:nvGraphicFramePr>
        <p:xfrm>
          <a:off x="179512" y="682062"/>
          <a:ext cx="8784976" cy="4337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508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>
          <a:xfrm>
            <a:off x="646113" y="2139702"/>
            <a:ext cx="7886700" cy="1079500"/>
          </a:xfrm>
        </p:spPr>
        <p:txBody>
          <a:bodyPr/>
          <a:lstStyle/>
          <a:p>
            <a:r>
              <a:rPr lang="ru-RU" altLang="ru-RU" sz="3600" dirty="0">
                <a:solidFill>
                  <a:srgbClr val="00206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БЛАГОДАРЮ ЗА ВНИМАНИЕ!</a:t>
            </a:r>
            <a:endParaRPr lang="ru-RU" altLang="ru-RU" sz="36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436" name="Объект 14"/>
          <p:cNvGraphicFramePr>
            <a:graphicFrameLocks noChangeAspect="1"/>
          </p:cNvGraphicFramePr>
          <p:nvPr/>
        </p:nvGraphicFramePr>
        <p:xfrm>
          <a:off x="6919913" y="3879850"/>
          <a:ext cx="22558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orelDRAW" r:id="rId3" imgW="1177194" imgH="675760" progId="CorelDraw.Graphic.21">
                  <p:embed/>
                </p:oleObj>
              </mc:Choice>
              <mc:Fallback>
                <p:oleObj name="CorelDRAW" r:id="rId3" imgW="1177194" imgH="675760" progId="CorelDraw.Graphic.21">
                  <p:embed/>
                  <p:pic>
                    <p:nvPicPr>
                      <p:cNvPr id="18436" name="Объект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3879850"/>
                        <a:ext cx="2255837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54" name="Picture 22" descr="https://nrchd.kz/images/banners/logoru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068916"/>
            <a:ext cx="4752528" cy="114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35496" y="0"/>
            <a:ext cx="9108504" cy="5555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14464</TotalTime>
  <Words>714</Words>
  <Application>Microsoft Office PowerPoint</Application>
  <PresentationFormat>Экран (16:9)</PresentationFormat>
  <Paragraphs>95</Paragraphs>
  <Slides>9</Slides>
  <Notes>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Wingdings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БЛАГОДАРЮ ЗА ВНИМАНИЕ!</vt:lpstr>
    </vt:vector>
  </TitlesOfParts>
  <Company>DSDI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ArslanovaA</dc:creator>
  <cp:lastModifiedBy>Айжан М. Магавина</cp:lastModifiedBy>
  <cp:revision>759</cp:revision>
  <cp:lastPrinted>2023-06-09T08:31:24Z</cp:lastPrinted>
  <dcterms:created xsi:type="dcterms:W3CDTF">2007-11-20T09:25:49Z</dcterms:created>
  <dcterms:modified xsi:type="dcterms:W3CDTF">2023-12-22T06:06:58Z</dcterms:modified>
</cp:coreProperties>
</file>