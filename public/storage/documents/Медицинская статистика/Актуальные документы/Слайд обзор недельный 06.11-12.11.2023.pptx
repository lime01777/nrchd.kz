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153" autoAdjust="0"/>
  </p:normalViewPr>
  <p:slideViewPr>
    <p:cSldViewPr snapToGrid="0">
      <p:cViewPr varScale="1">
        <p:scale>
          <a:sx n="108" d="100"/>
          <a:sy n="108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13.11.2023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13.11.2023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92007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16.10.2023 г. - 22.10.2023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30.10.2023 г. - 05.11.2023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76449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16.10.2023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- 22.10.2023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30.10.2023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- 05.11.2023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- 12.11.2023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23 552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27 989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6 270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6 903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3 398 053,6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2 875 660,38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1 748 965,46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4 689 832,24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МСАК-қа жүгінгендер саны</a:t>
                      </a:r>
                      <a:endParaRPr lang="ru-RU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2 196 888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2 438 174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604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209</cp:revision>
  <cp:lastPrinted>2023-09-25T05:00:53Z</cp:lastPrinted>
  <dcterms:created xsi:type="dcterms:W3CDTF">2023-08-08T08:45:03Z</dcterms:created>
  <dcterms:modified xsi:type="dcterms:W3CDTF">2023-11-13T08:44:32Z</dcterms:modified>
</cp:coreProperties>
</file>