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127" autoAdjust="0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03.01.2024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03.01.2024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511411"/>
              </p:ext>
            </p:extLst>
          </p:nvPr>
        </p:nvGraphicFramePr>
        <p:xfrm>
          <a:off x="224217" y="886284"/>
          <a:ext cx="11689865" cy="5830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50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04.12.2023 г. - 1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11.12.2023 г. - 17.1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.12.2023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25.12.2023 г. - 31.1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26 291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24 896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20 479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15 181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6 433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6 348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19668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3 091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2 866 011,96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3 515 555,25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2 546 401,03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3 687 273,96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3031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2244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1 314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2 591 763,86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3 910 107,39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2 532 371,79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4 062 798,80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2 681 910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2 475 701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2 372 504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2 015 760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32690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04.12.2023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11.12.2023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– 17.1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–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– 31.1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26 291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24 896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20 479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15 181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6 433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6 348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3 091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2 866 011,96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3 515 555,25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2 546 401,03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3 687 273,96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1 314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2 591 763,86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3 910 107,39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2 532 371,79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4 062 798,80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қа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жүгінгендер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2 681 910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2 475 701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2 372 504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2 015 760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622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239</cp:revision>
  <cp:lastPrinted>2023-09-25T05:00:53Z</cp:lastPrinted>
  <dcterms:created xsi:type="dcterms:W3CDTF">2023-08-08T08:45:03Z</dcterms:created>
  <dcterms:modified xsi:type="dcterms:W3CDTF">2024-01-03T10:39:20Z</dcterms:modified>
</cp:coreProperties>
</file>