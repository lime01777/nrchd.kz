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073" autoAdjust="0"/>
  </p:normalViewPr>
  <p:slideViewPr>
    <p:cSldViewPr snapToGrid="0">
      <p:cViewPr varScale="1">
        <p:scale>
          <a:sx n="107" d="100"/>
          <a:sy n="107" d="100"/>
        </p:scale>
        <p:origin x="73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25.12.2023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25.12.2023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73214"/>
              </p:ext>
            </p:extLst>
          </p:nvPr>
        </p:nvGraphicFramePr>
        <p:xfrm>
          <a:off x="224217" y="886284"/>
          <a:ext cx="11689865" cy="5837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81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4184920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1848276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  <a:gridCol w="1781584">
                  <a:extLst>
                    <a:ext uri="{9D8B030D-6E8A-4147-A177-3AD203B41FA5}">
                      <a16:colId xmlns:a16="http://schemas.microsoft.com/office/drawing/2014/main" val="3772268787"/>
                    </a:ext>
                  </a:extLst>
                </a:gridCol>
                <a:gridCol w="1867330">
                  <a:extLst>
                    <a:ext uri="{9D8B030D-6E8A-4147-A177-3AD203B41FA5}">
                      <a16:colId xmlns:a16="http://schemas.microsoft.com/office/drawing/2014/main" val="1926070561"/>
                    </a:ext>
                  </a:extLst>
                </a:gridCol>
                <a:gridCol w="1743474">
                  <a:extLst>
                    <a:ext uri="{9D8B030D-6E8A-4147-A177-3AD203B41FA5}">
                      <a16:colId xmlns:a16="http://schemas.microsoft.com/office/drawing/2014/main" val="1255268918"/>
                    </a:ext>
                  </a:extLst>
                </a:gridCol>
              </a:tblGrid>
              <a:tr h="5031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 разделам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04.12.2023 г. - 1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11.12.2023 г. - 17.1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.12.2023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26 851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26 291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24 896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20 479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6 348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216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3 091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3 577 693,95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2 866 011,96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3 515 555,25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2 546 401,03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69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3031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549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9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387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322441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646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8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1 314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570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1243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2 193 799,58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2 591 763,86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3 910 107,39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2 532 371,79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156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2 705 544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2 681 910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2 475 701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2 372 504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Еженедельный 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359699"/>
              </p:ext>
            </p:extLst>
          </p:nvPr>
        </p:nvGraphicFramePr>
        <p:xfrm>
          <a:off x="301502" y="935122"/>
          <a:ext cx="11473542" cy="551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6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3686574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2764365992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19877528"/>
                    </a:ext>
                  </a:extLst>
                </a:gridCol>
                <a:gridCol w="1866122">
                  <a:extLst>
                    <a:ext uri="{9D8B030D-6E8A-4147-A177-3AD203B41FA5}">
                      <a16:colId xmlns:a16="http://schemas.microsoft.com/office/drawing/2014/main" val="1353662163"/>
                    </a:ext>
                  </a:extLst>
                </a:gridCol>
              </a:tblGrid>
              <a:tr h="34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04.12.2023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11.12.2023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– 17.1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12.2023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–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26 851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26 291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24 896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20 479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6 348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69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3 091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3 577 693,95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2 866 011,96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3 515 555,25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2 546 401,03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1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72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323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1 314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97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2 193 799,58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2 591 763,86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3 910 107,39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2 532 371,79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қа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жүгінгендер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2 705 544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2 681 910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2 475 701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2 372 504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Апталық 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2296</TotalTime>
  <Words>630</Words>
  <Application>Microsoft Macintosh PowerPoint</Application>
  <PresentationFormat>Широкоэкранный</PresentationFormat>
  <Paragraphs>279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236</cp:revision>
  <cp:lastPrinted>2023-09-25T05:00:53Z</cp:lastPrinted>
  <dcterms:created xsi:type="dcterms:W3CDTF">2023-08-08T08:45:03Z</dcterms:created>
  <dcterms:modified xsi:type="dcterms:W3CDTF">2023-12-25T12:03:07Z</dcterms:modified>
</cp:coreProperties>
</file>