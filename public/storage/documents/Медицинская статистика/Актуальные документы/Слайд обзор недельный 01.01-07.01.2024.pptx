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797675" cy="99282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lHX4eQASKMpmnwBM6MiT0pXPg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8C102C-B1BA-4D6C-AA7E-BCA79AB753B0}">
  <a:tblStyle styleId="{2A8C102C-B1BA-4D6C-AA7E-BCA79AB753B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KZ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422275" y="1241425"/>
            <a:ext cx="5953125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KZ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"/>
          <p:cNvGraphicFramePr/>
          <p:nvPr/>
        </p:nvGraphicFramePr>
        <p:xfrm>
          <a:off x="224217" y="8862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{2A8C102C-B1BA-4D6C-AA7E-BCA79AB753B0}</a:tableStyleId>
              </a:tblPr>
              <a:tblGrid>
                <a:gridCol w="264275"/>
                <a:gridCol w="4184925"/>
                <a:gridCol w="1848275"/>
                <a:gridCol w="1781575"/>
                <a:gridCol w="1867325"/>
                <a:gridCol w="1743475"/>
              </a:tblGrid>
              <a:tr h="50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Наименования по разделам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KZ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11.12.2023 г. - 17.12.2023 г.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KZ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18.12.2023 г. - 24.12.2023 г.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KZ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25.12.2023 г. - 31.12.2023 г.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KZ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01.01.2024 г. - 07.01.2024 г.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0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Плановые госпитализации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24 896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20 479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15 181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14 446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0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Количество беременных женщин поступивших под наблюдение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6 967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6 677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6 433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4 955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0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Родившиеся, из них: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7 034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6 348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6 927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6 036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2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мальчиков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3 597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3 257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3 550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3 127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девочек 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3 437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3 091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3 377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2 909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0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Пролеченных иностранцев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20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Количество оперированных больных на открытом сердце 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11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 стоимость операций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3 515 555,25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2 546 401,03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3 687 273,96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2 841 867,55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69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Число стентирований коронарных сосудов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30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                                     экстренно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75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                                        планово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1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Число имплантаций электрокардиостимулятора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23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                                     экстренно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224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                                        планово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64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0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Число полных, частичных замен суставов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5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1 400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729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433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85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произведено в  круглосуточных стационарах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1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произведено в дневных стационарах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0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Число трансплантаций органов и тканей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11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средняя стоимость трансплантаций</a:t>
                      </a:r>
                      <a:endParaRPr b="0" i="1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3 910 107,39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2 532 371,79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4 062 798,80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4 293 073,40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15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12.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Количество посещений ПМСП</a:t>
                      </a:r>
                      <a:endParaRPr b="0" i="0" sz="1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700" marB="0" marR="4700" marL="47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2 475 701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2 372 504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2 015 760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1 397 045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90" name="Google Shape;90;p1"/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KZ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Еженедельный медико-статистический обзор</a:t>
            </a:r>
            <a:endParaRPr b="1" sz="1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2"/>
          <p:cNvGraphicFramePr/>
          <p:nvPr/>
        </p:nvGraphicFramePr>
        <p:xfrm>
          <a:off x="301502" y="9351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{2A8C102C-B1BA-4D6C-AA7E-BCA79AB753B0}</a:tableStyleId>
              </a:tblPr>
              <a:tblGrid>
                <a:gridCol w="275825"/>
                <a:gridCol w="3686575"/>
                <a:gridCol w="1894125"/>
                <a:gridCol w="1940775"/>
                <a:gridCol w="1810150"/>
                <a:gridCol w="1866125"/>
              </a:tblGrid>
              <a:tr h="348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Бөлімдер бойынша атауы</a:t>
                      </a:r>
                      <a:endParaRPr sz="1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KZ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11.12.2023 ж. – 17.12.2023 ж.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KZ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18.12.2023 ж. – 24.12.2023 ж.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KZ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25.12.2023 ж. – 31.12.2023 ж.</a:t>
                      </a:r>
                      <a:endParaRPr b="1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ru-KZ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01.01.2024 ж. - 07.01.2024 ж.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Жоспарлы емдеуге жатқызылғандар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24 896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20 479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15 181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14 446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Бақылауға алынған жүкті әйелдердің саны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6 967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6 677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6 433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4 955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Дүниеге келген сәбилер, оның ішінде: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7 034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6 348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6 927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6 036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0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Ұлдар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3 597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3 257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3 550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3 127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3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Қыздар 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3 437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3 091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3 377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2 909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Емделіп шыққан шетел азаматтары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Жүрекке ашық ота жасалған науқастардың саны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02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отаның орташа құны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3 515 555,25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2 546 401,03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3 687 273,96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2 841 867,55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11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Коронарлық тамырларды стенттеу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7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жедел түрде 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84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жоспарлы түрде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Электрокардиостимуляторды импланттау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03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2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жоспарлы түрде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Буындарды толық, ішінара ауыстырулар саны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318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185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Офтальмологиялық операциялар саны (факоэмульсификациялық катаракта)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1 400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729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433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18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тәулік бойы жұмыс істейтін стационарларда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307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275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21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күндізгі стационарларда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158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Мүшелер мен тіндерді трансплантациялаулар саны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02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KZ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трансплантанциялаудың орташа құны</a:t>
                      </a:r>
                      <a:endParaRPr i="1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3 910 107,39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2 532 371,79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4 062 798,80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ru-KZ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4 293 073,40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195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KZ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МСАК-қа жүгінгендер саны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175" marB="0" marR="5175" marL="51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2 475 701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2 372 504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2 015 760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ru-KZ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1 397 045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96" name="Google Shape;96;p2"/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KZ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Апталық медициналық-статистикалық шолу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2023-08-08T08:45:03Z</dcterms:created>
  <dc:creator>Зарема С. Казангапова</dc:creator>
</cp:coreProperties>
</file>