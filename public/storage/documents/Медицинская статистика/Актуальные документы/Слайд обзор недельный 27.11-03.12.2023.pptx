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127" autoAdjust="0"/>
  </p:normalViewPr>
  <p:slideViewPr>
    <p:cSldViewPr snapToGrid="0">
      <p:cViewPr varScale="1">
        <p:scale>
          <a:sx n="108" d="100"/>
          <a:sy n="108" d="100"/>
        </p:scale>
        <p:origin x="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04.12.2023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04.12.2023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67939"/>
              </p:ext>
            </p:extLst>
          </p:nvPr>
        </p:nvGraphicFramePr>
        <p:xfrm>
          <a:off x="224217" y="886284"/>
          <a:ext cx="11689865" cy="583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50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06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13.1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20.1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- 26.11.2023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26 626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26 791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26 851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7 309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6 732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2 790 732,57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2 665 724,93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3 356 767,81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3 577 693,95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3031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2244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4 278 404,18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2 548 320,95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3 699 559,64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2 193 799,58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2 500 209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2 626 183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2 624 325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2 705 544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487156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06.11.2023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- 12.11.2023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13.11.2023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- 19.11.2023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- 26.11.2023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26 626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26 791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26 851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7 309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6 732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2 790 732,57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2 665 724,93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3 356 767,81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3 577 693,95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4 278 404,18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2 548 320,95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3 699 559,64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2 193 799,58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қа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жүгінгендер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2 500 209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2 626 183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2 624 325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2 705 544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</TotalTime>
  <Words>613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224</cp:revision>
  <cp:lastPrinted>2023-09-25T05:00:53Z</cp:lastPrinted>
  <dcterms:created xsi:type="dcterms:W3CDTF">2023-08-08T08:45:03Z</dcterms:created>
  <dcterms:modified xsi:type="dcterms:W3CDTF">2023-12-04T07:57:38Z</dcterms:modified>
</cp:coreProperties>
</file>