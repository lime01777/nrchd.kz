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135" autoAdjust="0"/>
  </p:normalViewPr>
  <p:slideViewPr>
    <p:cSldViewPr snapToGrid="0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30.10.2023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30.10.2023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651386"/>
              </p:ext>
            </p:extLst>
          </p:nvPr>
        </p:nvGraphicFramePr>
        <p:xfrm>
          <a:off x="224217" y="886284"/>
          <a:ext cx="11689865" cy="547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3328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02.10.2023 г. - 08.10.2023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09.10.2023 г. - 15.10.2023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16.10.2023 г. - 22.10.2023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6 483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372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322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3 1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520,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825,1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651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1 026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044,5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1748965,46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738 826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81866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02.10.2023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- 08.10.2023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09.10.2023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- 15.10.2023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16.10.2023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- 22.10.2023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6 483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372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322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3 1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520,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825,1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1 026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044,5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1748965,46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МСАК-қа жүгінгендер саны</a:t>
                      </a:r>
                      <a:endParaRPr lang="ru-RU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738 826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628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202</cp:revision>
  <cp:lastPrinted>2023-09-25T05:00:53Z</cp:lastPrinted>
  <dcterms:created xsi:type="dcterms:W3CDTF">2023-08-08T08:45:03Z</dcterms:created>
  <dcterms:modified xsi:type="dcterms:W3CDTF">2023-10-30T08:01:00Z</dcterms:modified>
</cp:coreProperties>
</file>