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27" autoAdjust="0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27.11.2023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26045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30.10.2023 г. - 05.11.2023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13.1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- 26.11.2023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51399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- 05.11.2023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- 12.11.2023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13.11.2023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- 19.11.2023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601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221</cp:revision>
  <cp:lastPrinted>2023-09-25T05:00:53Z</cp:lastPrinted>
  <dcterms:created xsi:type="dcterms:W3CDTF">2023-08-08T08:45:03Z</dcterms:created>
  <dcterms:modified xsi:type="dcterms:W3CDTF">2023-11-27T07:32:10Z</dcterms:modified>
</cp:coreProperties>
</file>