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135" autoAdjust="0"/>
  </p:normalViewPr>
  <p:slideViewPr>
    <p:cSldViewPr snapToGrid="0">
      <p:cViewPr varScale="1">
        <p:scale>
          <a:sx n="108" d="100"/>
          <a:sy n="108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23.10.2023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23.10.2023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792328"/>
              </p:ext>
            </p:extLst>
          </p:nvPr>
        </p:nvGraphicFramePr>
        <p:xfrm>
          <a:off x="224217" y="886284"/>
          <a:ext cx="11689865" cy="5477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33286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25.09.2023 г. - 01.10.2023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02.10.2023 г. - 08.10.2023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09.10.2023 г. - 15.10.2023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16.10.2023 г. - 22.10.2023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25 726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7 139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6 483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372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322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3 1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3 344 703,70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520,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825,1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651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1 026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3 898 161,80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044,5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2 659 913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738 826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278297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25.09.2023 г. - 01.10.2023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02.10.2023 г. - 08.10.2023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09.10.2023 г. - 15.10.2023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16.10.2023 г. - 22.10.2023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25 726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25 966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7 139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6 483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7 571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6 429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372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6 401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276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322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311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3 128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3 1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050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 </a:t>
                      </a:r>
                      <a:r>
                        <a:rPr lang="ru-RU" sz="800" b="0" i="1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090</a:t>
                      </a:r>
                      <a:endParaRPr lang="ru-KZ" sz="800" b="0" i="1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3 344 703,70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520,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825,1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3 426 844,2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263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292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1 283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978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1 026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465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433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597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lang="ru-KZ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3 898 161,80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044,5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194,1</a:t>
                      </a:r>
                      <a:r>
                        <a:rPr lang="ru-RU" sz="8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ru-KZ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4 369 334,34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МСАК-қа жүгінгендер саны</a:t>
                      </a:r>
                      <a:endParaRPr lang="ru-RU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2 659 913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514</a:t>
                      </a:r>
                      <a:r>
                        <a:rPr lang="ru-RU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KZ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738 826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741 210</a:t>
                      </a:r>
                      <a:endParaRPr lang="ru-KZ" sz="10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1476</TotalTime>
  <Words>629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200</cp:revision>
  <cp:lastPrinted>2023-09-25T05:00:53Z</cp:lastPrinted>
  <dcterms:created xsi:type="dcterms:W3CDTF">2023-08-08T08:45:03Z</dcterms:created>
  <dcterms:modified xsi:type="dcterms:W3CDTF">2023-10-23T08:48:37Z</dcterms:modified>
</cp:coreProperties>
</file>