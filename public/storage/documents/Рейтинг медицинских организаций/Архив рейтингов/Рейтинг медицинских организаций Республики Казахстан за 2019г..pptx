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07935-0682-EB49-B2C9-231348AEF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415C30-156F-26CF-7D4B-57B0DBE89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126A2B-DE46-8ECC-0476-E2F3E1D9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42073A-9137-5298-2BCB-36B7ECEF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67B889-8DFA-2826-DC42-DEB7D2F7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9447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7C1F1-53EB-2E8B-AA3A-25CC156F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88DF39-BF05-007A-9C73-BB67A31DC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9A7FA8-1347-82D5-BC8F-2A16B6B4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705225-DD6A-9821-1968-FE253725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ECA7FC-9023-0F6C-4E86-B66CCC95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8087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771A7-8874-A667-B504-0840B79EE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65AC3A-6EB2-9140-2AD4-F38D961FD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8DD67F-436C-C484-C5C1-ECB4E9DC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52A416-742B-DA2C-FD05-AB5B5E06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C04D97-2FD0-BC8D-79CE-80BA909B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61242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FC31B-83FD-CDED-ADA5-EB63143D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39669-177E-5880-38D5-897D1ADBB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F8FD93-73BE-1F30-E889-2F42D664C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F97C71-2C9E-2B7A-E2A0-CE2C6D49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94CE00-5D1D-1618-330E-2E49156A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3D224C-59BB-43AF-28A7-7A39EF1C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1550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984DB-6F9E-E2DE-5CD4-2BB62131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AD4634-C658-A349-ACB5-3871D5C68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4FD8A3-44B4-3D6E-E689-B31636E2C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CC80A4-0786-B045-5907-6F21F4571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4FE216-E236-8247-BFB2-BE5708B78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CA7258A-BF19-92E9-D73A-D1B08115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3F7040-B67D-CD2A-F9AB-8570867B0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92CC24-F996-75C7-E27C-7B63BB26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5383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21647-DBF8-BDD9-27EB-C007F70D1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D33ABD-3F7F-257C-B520-927770C3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74EF9E-868F-2118-C043-9AFB1E63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F09D9B-2BA4-579B-3735-211C23D5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049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214BAE-BD68-6C3B-E825-9FC3D174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31BC39-C950-CE36-2DFF-6C9A49E7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429B70-A92D-E849-F0DA-6BFABE35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3864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6303F-FA26-FF66-BD86-943703A9F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8E0CF-434E-408B-EA37-A064BFFB0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A38090-D764-367E-7EB2-5AD5C2F10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8D8477-F44B-A6AE-D793-AA2D0295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E043AC-4450-7878-FE87-002FFC16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B8CE8D-9ED9-AB3D-2E78-ED94F2261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8528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F3CDC-7DDC-CC3C-FAF4-EAA75812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DFA029-B821-542B-8FF0-D5F5505C3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D92ED3-AA0F-5605-5B67-73CB9A7A9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F9A87C-2358-F978-F8E2-6078F695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26B8BE-730E-3EA7-E10D-0140A975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C2CC1E-A795-37EF-050B-5F24BC02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3956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37A86-E855-6E17-55E3-4376A08C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94D5C9-A6A8-B237-250E-FA0DAEC49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450593-C086-5719-0D51-A9C9CDAE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DD6541-40FC-1FE7-6CCD-CD7DC5B9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43CAEB-B9B7-69F4-A2FC-892BC640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7154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62928D-295F-7209-D4E0-B5378218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44DB97-5F78-0762-29C5-3E3F2BEF0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BE04F1-9846-B684-583A-1AF0706A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57BEF-0A97-7E5F-F7C5-4DEE3761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D5A7CC-0B0C-37F1-09B8-FA8346A4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7873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272FDD-559B-6472-F84E-3E836DB3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99D2F4-4E64-FC33-0368-0C8A46E79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20945A-7B7F-F9D7-F609-F8B206CE9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9FD4D-ED99-42FC-B318-F32DA2D4CFE2}" type="datetimeFigureOut">
              <a:rPr lang="ru-KZ" smtClean="0"/>
              <a:t>12.01.2024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BEC49D-EF14-2AEF-9840-7FCA96CDA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E34BA7-0F0A-D4A5-801C-C4A93F0A1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4E374-1818-4BDD-B076-7B3197FACAFD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7064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C82040-C3DB-EF46-5DDF-0F2ED040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447"/>
            <a:ext cx="12203088" cy="505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38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9FD558-5BA8-3F7D-D26F-82E845C2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8726"/>
            <a:ext cx="12190119" cy="392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0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436CBA-3D43-6960-E1F4-1403EE66B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4729"/>
            <a:ext cx="12192000" cy="39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5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6A6AD4-5D10-3602-903E-2DCF8006A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" y="1318970"/>
            <a:ext cx="12127345" cy="42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2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37FDAA-8E09-58BD-5420-E80C8A8F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0091"/>
            <a:ext cx="12214595" cy="401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62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FE16A6-FA1A-8CBB-4B64-E137BA8CE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254"/>
            <a:ext cx="12170237" cy="373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16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7AD5C9-C497-3A22-405C-F9D94D7B5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91"/>
            <a:ext cx="12192000" cy="40140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43BD01-7275-3CEE-A58B-9E9BFE8F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3847"/>
            <a:ext cx="12192000" cy="204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450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Arsen Amanzholov</dc:creator>
  <cp:lastModifiedBy>Arsen Amanzholov</cp:lastModifiedBy>
  <cp:revision>1</cp:revision>
  <dcterms:created xsi:type="dcterms:W3CDTF">2024-01-12T11:27:09Z</dcterms:created>
  <dcterms:modified xsi:type="dcterms:W3CDTF">2024-01-12T11:33:30Z</dcterms:modified>
</cp:coreProperties>
</file>