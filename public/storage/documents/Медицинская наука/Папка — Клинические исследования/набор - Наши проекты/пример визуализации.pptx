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52" autoAdjust="0"/>
  </p:normalViewPr>
  <p:slideViewPr>
    <p:cSldViewPr snapToGrid="0">
      <p:cViewPr varScale="1">
        <p:scale>
          <a:sx n="68" d="100"/>
          <a:sy n="68" d="100"/>
        </p:scale>
        <p:origin x="9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335BB-BBF2-7A48-3691-BF0BE8627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7BAD2C-3BA0-CDFA-7065-93E35C740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53749A-68B7-1CBB-003A-D32993DD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5245-EF81-4BEF-B3E0-79F927F549CF}" type="datetimeFigureOut">
              <a:rPr lang="ru-KZ" smtClean="0"/>
              <a:t>23.01.2024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9A071E-50A4-40B0-DE87-6D606550F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A4DF72-F6D9-DD2C-C807-45B11D92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BAD-2EA7-4CA7-BB45-1A6D7AE30BA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9056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B25626-447E-36B5-D96C-553FB309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258979-10F4-C1BA-238D-E5682D740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85878E-E6E8-87EF-A87B-7348E6DD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5245-EF81-4BEF-B3E0-79F927F549CF}" type="datetimeFigureOut">
              <a:rPr lang="ru-KZ" smtClean="0"/>
              <a:t>23.01.2024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D60AE8-9C3F-D739-B397-7A58D25D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3F4CF3-C422-08CF-B9F8-39A428F31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BAD-2EA7-4CA7-BB45-1A6D7AE30BA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72586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17287-79D0-5F2C-D36D-E66EFE2DA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8E781F-1845-89C2-3AD5-9FE6E8922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9360E5-DB88-4546-AAAA-4AC2C213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5245-EF81-4BEF-B3E0-79F927F549CF}" type="datetimeFigureOut">
              <a:rPr lang="ru-KZ" smtClean="0"/>
              <a:t>23.01.2024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668343-B73C-ECBC-C695-AE8B99DE6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8C5A0D-ADF9-E471-6F5C-B85442A88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BAD-2EA7-4CA7-BB45-1A6D7AE30BA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48085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32B14-8B8A-9097-06D0-6DD95778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99FA08-C4A6-4EB4-94AF-3626C5886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27DD57-C9C6-0BAD-E9D4-ACCA96DAB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11760F-694B-813B-D21D-2014EE706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5245-EF81-4BEF-B3E0-79F927F549CF}" type="datetimeFigureOut">
              <a:rPr lang="ru-KZ" smtClean="0"/>
              <a:t>23.01.2024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41740F-C373-E31D-D978-F3734DE29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4C64F1-BF5D-F1CD-8511-6083BDC53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BAD-2EA7-4CA7-BB45-1A6D7AE30BA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60532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8D8D36-FD6E-BA28-8D95-012E6EACC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DFE051-E251-2580-1289-E102BD0E9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76CC9E-AF11-6672-2418-2756C11B5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DD514D3-2445-77A0-BAA2-70988524C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B70F58-0075-4132-A1EB-9D76C7ABE0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1E6FA3-B642-232F-B4AA-495033BB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5245-EF81-4BEF-B3E0-79F927F549CF}" type="datetimeFigureOut">
              <a:rPr lang="ru-KZ" smtClean="0"/>
              <a:t>23.01.2024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8F3A9A1-0379-545A-780F-249C59CE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EC9C547-0D80-09ED-92F0-C35BEE9C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BAD-2EA7-4CA7-BB45-1A6D7AE30BA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58969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C83B5-B4AF-0581-B531-675CE1FB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A617B1D-720A-5D7B-6257-640F71B1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5245-EF81-4BEF-B3E0-79F927F549CF}" type="datetimeFigureOut">
              <a:rPr lang="ru-KZ" smtClean="0"/>
              <a:t>23.01.2024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E6BECB1-ED67-9053-FB11-96C1B163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BDC035-4C4F-8784-34F3-6739E96EE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BAD-2EA7-4CA7-BB45-1A6D7AE30BA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4836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616C9B-7430-4F4C-F290-A020C8EB1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5245-EF81-4BEF-B3E0-79F927F549CF}" type="datetimeFigureOut">
              <a:rPr lang="ru-KZ" smtClean="0"/>
              <a:t>23.01.2024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41614B3-3DF4-915C-0F32-4C3C1490B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9F849F-194A-F315-BDE0-4F2D0412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BAD-2EA7-4CA7-BB45-1A6D7AE30BA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2962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09745-9268-02AC-1D9E-0A50AA5D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7CBBE9-E658-BBC1-DAED-27DBA396B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A11FA4-4042-9868-E613-A11EE2366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BDB681-63BC-5EAF-8DCC-691856C3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5245-EF81-4BEF-B3E0-79F927F549CF}" type="datetimeFigureOut">
              <a:rPr lang="ru-KZ" smtClean="0"/>
              <a:t>23.01.2024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B34166-8444-3198-DCBE-EF2AAF78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29F901-846D-6C9F-70E4-BC8331D2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BAD-2EA7-4CA7-BB45-1A6D7AE30BA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1895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9130B-C245-295D-CBAF-E81FBDD22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D1C799-6437-E617-9134-EBFFCECA98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3F3A6A-4C44-D3B0-E09A-D5057D130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4605CC-A806-0242-CDB8-9B2822D6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5245-EF81-4BEF-B3E0-79F927F549CF}" type="datetimeFigureOut">
              <a:rPr lang="ru-KZ" smtClean="0"/>
              <a:t>23.01.2024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CE884C-3C82-C262-EAE5-CDAEF96F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99E61B-2873-0B2E-0C68-40A84C553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BAD-2EA7-4CA7-BB45-1A6D7AE30BA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9354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CCAAA-56CD-7339-D858-9C644669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1340F1-8CD6-E7A4-AB96-3D42F6B65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025AF4-784F-093E-04EC-59BD77D5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5245-EF81-4BEF-B3E0-79F927F549CF}" type="datetimeFigureOut">
              <a:rPr lang="ru-KZ" smtClean="0"/>
              <a:t>23.01.2024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8FF41A-677F-F769-A836-AA5FEB43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F1BD19-1CE9-78F6-FDC3-5504D7D5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BAD-2EA7-4CA7-BB45-1A6D7AE30BA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64033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044539-1B13-349F-15D3-E78E39995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5903BB2-4F7F-60A8-B50D-C7E4BFE67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8F7EAC-2FC6-7E70-B26D-8177E9BAE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5245-EF81-4BEF-B3E0-79F927F549CF}" type="datetimeFigureOut">
              <a:rPr lang="ru-KZ" smtClean="0"/>
              <a:t>23.01.2024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DCC18-5DCA-D674-9089-F3E590C51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DD6F57-6AF8-E7B2-6B3C-71F31EFC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BAD-2EA7-4CA7-BB45-1A6D7AE30BA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75895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9EC38-E7F6-066A-A799-9697EE709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29DE2C-B93C-3727-7FD0-43985B04C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B6894E-B702-D0EB-C26A-BE17ECDA7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65245-EF81-4BEF-B3E0-79F927F549CF}" type="datetimeFigureOut">
              <a:rPr lang="ru-KZ" smtClean="0"/>
              <a:t>23.01.2024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CBDC1-2E40-0217-0147-C22740F7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2FBD61-63D2-7221-DDDB-38CE2B0B2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B6BAD-2EA7-4CA7-BB45-1A6D7AE30BA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3387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C0D5D06-12C5-959C-A7CF-970AAF6973C1}"/>
              </a:ext>
            </a:extLst>
          </p:cNvPr>
          <p:cNvSpPr/>
          <p:nvPr/>
        </p:nvSpPr>
        <p:spPr>
          <a:xfrm>
            <a:off x="568802" y="3756438"/>
            <a:ext cx="11296357" cy="275314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7CEE519-8829-92DE-C7B7-6FCF1E5DB73F}"/>
              </a:ext>
            </a:extLst>
          </p:cNvPr>
          <p:cNvSpPr/>
          <p:nvPr/>
        </p:nvSpPr>
        <p:spPr>
          <a:xfrm>
            <a:off x="534572" y="698491"/>
            <a:ext cx="11296357" cy="275314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38089F-427A-A676-2146-02C5F0064570}"/>
              </a:ext>
            </a:extLst>
          </p:cNvPr>
          <p:cNvSpPr txBox="1"/>
          <p:nvPr/>
        </p:nvSpPr>
        <p:spPr>
          <a:xfrm>
            <a:off x="2397603" y="12135"/>
            <a:ext cx="7638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2060"/>
                </a:solidFill>
                <a:latin typeface="Arial Nova" panose="020B0504020202020204" pitchFamily="34" charset="0"/>
              </a:rPr>
              <a:t>НАШИ ПРОЕКТЫ</a:t>
            </a:r>
            <a:endParaRPr lang="ru-KZ" sz="3200" b="1" dirty="0">
              <a:solidFill>
                <a:srgbClr val="002060"/>
              </a:solidFill>
              <a:latin typeface="Arial Nova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DB613F-C6CC-42D4-1A2A-71B3C9F91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54" y="1095494"/>
            <a:ext cx="2390570" cy="179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802A5-5167-E8A5-F9EE-C9DACE8392DF}"/>
              </a:ext>
            </a:extLst>
          </p:cNvPr>
          <p:cNvSpPr txBox="1"/>
          <p:nvPr/>
        </p:nvSpPr>
        <p:spPr>
          <a:xfrm>
            <a:off x="4252427" y="952488"/>
            <a:ext cx="6098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02060"/>
                </a:solidFill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Национальная научная цифровая платформа </a:t>
            </a:r>
            <a:endParaRPr lang="ru-KZ" sz="20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9AE53-7E80-9108-2079-EAC2FABD5824}"/>
              </a:ext>
            </a:extLst>
          </p:cNvPr>
          <p:cNvSpPr txBox="1"/>
          <p:nvPr/>
        </p:nvSpPr>
        <p:spPr>
          <a:xfrm>
            <a:off x="699633" y="2990003"/>
            <a:ext cx="2912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solidFill>
                  <a:srgbClr val="C00000"/>
                </a:solidFill>
              </a:rPr>
              <a:t>БАННЕР НАЦИОНАЛЬНОЙ НАУЧНОЙ ЦИФРОВОЙ ПЛАТФОРМЫ </a:t>
            </a:r>
            <a:endParaRPr lang="ru-KZ" sz="1000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DA28E0-75D0-5614-FBBB-D07092CA1D4F}"/>
              </a:ext>
            </a:extLst>
          </p:cNvPr>
          <p:cNvSpPr txBox="1"/>
          <p:nvPr/>
        </p:nvSpPr>
        <p:spPr>
          <a:xfrm>
            <a:off x="5694601" y="2202063"/>
            <a:ext cx="86835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002060"/>
                </a:solidFill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Текст из вкладки №1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49E01A1-61EB-FE8C-680F-1514A7F90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687" y="3959236"/>
            <a:ext cx="3129049" cy="208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0098D9-9DE7-96B0-9EB8-9F2E9E5B9713}"/>
              </a:ext>
            </a:extLst>
          </p:cNvPr>
          <p:cNvSpPr txBox="1"/>
          <p:nvPr/>
        </p:nvSpPr>
        <p:spPr>
          <a:xfrm>
            <a:off x="8580352" y="6114634"/>
            <a:ext cx="2912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solidFill>
                  <a:srgbClr val="C00000"/>
                </a:solidFill>
              </a:rPr>
              <a:t>БАННЕР  </a:t>
            </a:r>
            <a:r>
              <a:rPr lang="ru-RU" sz="1000">
                <a:solidFill>
                  <a:srgbClr val="C00000"/>
                </a:solidFill>
              </a:rPr>
              <a:t>ОН-ЛАИН ОБРАЗОВАТЕЛЬНОГО РЕСУРСА</a:t>
            </a:r>
            <a:endParaRPr lang="ru-KZ" sz="1000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1E11B9-01F6-D17B-6CE7-6F907CDEAFCE}"/>
              </a:ext>
            </a:extLst>
          </p:cNvPr>
          <p:cNvSpPr txBox="1"/>
          <p:nvPr/>
        </p:nvSpPr>
        <p:spPr>
          <a:xfrm>
            <a:off x="2006521" y="5456901"/>
            <a:ext cx="86835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002060"/>
                </a:solidFill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Текст из вкладки №2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6529E1-CA7C-4E80-72AF-CBFDE9061C71}"/>
              </a:ext>
            </a:extLst>
          </p:cNvPr>
          <p:cNvSpPr txBox="1"/>
          <p:nvPr/>
        </p:nvSpPr>
        <p:spPr>
          <a:xfrm>
            <a:off x="1185438" y="4006505"/>
            <a:ext cx="6098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02060"/>
                </a:solidFill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Он-</a:t>
            </a:r>
            <a:r>
              <a:rPr lang="ru-RU" sz="2000" b="1" dirty="0" err="1">
                <a:solidFill>
                  <a:srgbClr val="002060"/>
                </a:solidFill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лаин</a:t>
            </a:r>
            <a:r>
              <a:rPr lang="ru-RU" sz="2000" b="1" dirty="0">
                <a:solidFill>
                  <a:srgbClr val="002060"/>
                </a:solidFill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образовательная платформа</a:t>
            </a:r>
            <a:endParaRPr lang="ru-KZ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8034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</Words>
  <Application>Microsoft Office PowerPoint</Application>
  <PresentationFormat>Широкоэкранный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Nova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Маргарита Граф</dc:creator>
  <cp:lastModifiedBy>Маргарита Граф</cp:lastModifiedBy>
  <cp:revision>1</cp:revision>
  <dcterms:created xsi:type="dcterms:W3CDTF">2024-01-23T10:44:54Z</dcterms:created>
  <dcterms:modified xsi:type="dcterms:W3CDTF">2024-01-23T10:58:44Z</dcterms:modified>
</cp:coreProperties>
</file>