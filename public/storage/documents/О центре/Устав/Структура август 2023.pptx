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71" r:id="rId3"/>
  </p:sldIdLst>
  <p:sldSz cx="12192000" cy="8640763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6" autoAdjust="0"/>
    <p:restoredTop sz="94611"/>
  </p:normalViewPr>
  <p:slideViewPr>
    <p:cSldViewPr snapToGrid="0">
      <p:cViewPr varScale="1">
        <p:scale>
          <a:sx n="89" d="100"/>
          <a:sy n="89" d="100"/>
        </p:scale>
        <p:origin x="846" y="84"/>
      </p:cViewPr>
      <p:guideLst>
        <p:guide orient="horz" pos="272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AE51F-B617-4299-94DB-AA5A0F477D8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35050" y="1241425"/>
            <a:ext cx="472757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5A43B-535B-4F8E-8552-917EF6497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50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3113" y="744538"/>
            <a:ext cx="5251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4" name="Google Shape;2184;p1:notes"/>
          <p:cNvSpPr txBox="1">
            <a:spLocks noGrp="1"/>
          </p:cNvSpPr>
          <p:nvPr>
            <p:ph type="body" idx="1"/>
          </p:nvPr>
        </p:nvSpPr>
        <p:spPr>
          <a:xfrm>
            <a:off x="679768" y="4715352"/>
            <a:ext cx="5438140" cy="446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5" name="Google Shape;2185;p1:notes"/>
          <p:cNvSpPr txBox="1">
            <a:spLocks noGrp="1"/>
          </p:cNvSpPr>
          <p:nvPr>
            <p:ph type="sldNum" idx="12"/>
          </p:nvPr>
        </p:nvSpPr>
        <p:spPr>
          <a:xfrm>
            <a:off x="3850444" y="9430704"/>
            <a:ext cx="2945659" cy="49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90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1" y="1414125"/>
            <a:ext cx="9144000" cy="300826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1" y="4538401"/>
            <a:ext cx="9144000" cy="208618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4" indent="0" algn="ctr">
              <a:buNone/>
              <a:defRPr sz="1800"/>
            </a:lvl3pPr>
            <a:lvl4pPr marL="1371636" indent="0" algn="ctr">
              <a:buNone/>
              <a:defRPr sz="1600"/>
            </a:lvl4pPr>
            <a:lvl5pPr marL="1828848" indent="0" algn="ctr">
              <a:buNone/>
              <a:defRPr sz="1600"/>
            </a:lvl5pPr>
            <a:lvl6pPr marL="2286060" indent="0" algn="ctr">
              <a:buNone/>
              <a:defRPr sz="1600"/>
            </a:lvl6pPr>
            <a:lvl7pPr marL="2743271" indent="0" algn="ctr">
              <a:buNone/>
              <a:defRPr sz="1600"/>
            </a:lvl7pPr>
            <a:lvl8pPr marL="3200483" indent="0" algn="ctr">
              <a:buNone/>
              <a:defRPr sz="1600"/>
            </a:lvl8pPr>
            <a:lvl9pPr marL="3657696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13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23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154195"/>
            <a:ext cx="10515600" cy="35943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5782515"/>
            <a:ext cx="10515600" cy="189016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79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1" y="2300203"/>
            <a:ext cx="5181600" cy="54824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2300203"/>
            <a:ext cx="5181600" cy="54824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95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60044"/>
            <a:ext cx="10515600" cy="1670148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91" y="2118189"/>
            <a:ext cx="5157787" cy="10380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4" indent="0">
              <a:buNone/>
              <a:defRPr sz="1800" b="1"/>
            </a:lvl3pPr>
            <a:lvl4pPr marL="1371636" indent="0">
              <a:buNone/>
              <a:defRPr sz="1600" b="1"/>
            </a:lvl4pPr>
            <a:lvl5pPr marL="1828848" indent="0">
              <a:buNone/>
              <a:defRPr sz="1600" b="1"/>
            </a:lvl5pPr>
            <a:lvl6pPr marL="2286060" indent="0">
              <a:buNone/>
              <a:defRPr sz="1600" b="1"/>
            </a:lvl6pPr>
            <a:lvl7pPr marL="2743271" indent="0">
              <a:buNone/>
              <a:defRPr sz="1600" b="1"/>
            </a:lvl7pPr>
            <a:lvl8pPr marL="3200483" indent="0">
              <a:buNone/>
              <a:defRPr sz="1600" b="1"/>
            </a:lvl8pPr>
            <a:lvl9pPr marL="3657696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91" y="3156278"/>
            <a:ext cx="5157787" cy="46424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2118189"/>
            <a:ext cx="5183188" cy="10380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4" indent="0">
              <a:buNone/>
              <a:defRPr sz="1800" b="1"/>
            </a:lvl3pPr>
            <a:lvl4pPr marL="1371636" indent="0">
              <a:buNone/>
              <a:defRPr sz="1600" b="1"/>
            </a:lvl4pPr>
            <a:lvl5pPr marL="1828848" indent="0">
              <a:buNone/>
              <a:defRPr sz="1600" b="1"/>
            </a:lvl5pPr>
            <a:lvl6pPr marL="2286060" indent="0">
              <a:buNone/>
              <a:defRPr sz="1600" b="1"/>
            </a:lvl6pPr>
            <a:lvl7pPr marL="2743271" indent="0">
              <a:buNone/>
              <a:defRPr sz="1600" b="1"/>
            </a:lvl7pPr>
            <a:lvl8pPr marL="3200483" indent="0">
              <a:buNone/>
              <a:defRPr sz="1600" b="1"/>
            </a:lvl8pPr>
            <a:lvl9pPr marL="3657696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3156278"/>
            <a:ext cx="5183188" cy="46424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62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29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44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92" y="576051"/>
            <a:ext cx="3932237" cy="20161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9" y="1244114"/>
            <a:ext cx="6172200" cy="614054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92" y="2592230"/>
            <a:ext cx="3932237" cy="4802425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4" indent="0">
              <a:buNone/>
              <a:defRPr sz="1200"/>
            </a:lvl3pPr>
            <a:lvl4pPr marL="1371636" indent="0">
              <a:buNone/>
              <a:defRPr sz="1000"/>
            </a:lvl4pPr>
            <a:lvl5pPr marL="1828848" indent="0">
              <a:buNone/>
              <a:defRPr sz="1000"/>
            </a:lvl5pPr>
            <a:lvl6pPr marL="2286060" indent="0">
              <a:buNone/>
              <a:defRPr sz="1000"/>
            </a:lvl6pPr>
            <a:lvl7pPr marL="2743271" indent="0">
              <a:buNone/>
              <a:defRPr sz="1000"/>
            </a:lvl7pPr>
            <a:lvl8pPr marL="3200483" indent="0">
              <a:buNone/>
              <a:defRPr sz="1000"/>
            </a:lvl8pPr>
            <a:lvl9pPr marL="3657696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95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92" y="576051"/>
            <a:ext cx="3932237" cy="20161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9" y="1244114"/>
            <a:ext cx="6172200" cy="6140542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6" indent="0">
              <a:buNone/>
              <a:defRPr sz="2000"/>
            </a:lvl4pPr>
            <a:lvl5pPr marL="1828848" indent="0">
              <a:buNone/>
              <a:defRPr sz="2000"/>
            </a:lvl5pPr>
            <a:lvl6pPr marL="2286060" indent="0">
              <a:buNone/>
              <a:defRPr sz="2000"/>
            </a:lvl6pPr>
            <a:lvl7pPr marL="2743271" indent="0">
              <a:buNone/>
              <a:defRPr sz="2000"/>
            </a:lvl7pPr>
            <a:lvl8pPr marL="3200483" indent="0">
              <a:buNone/>
              <a:defRPr sz="2000"/>
            </a:lvl8pPr>
            <a:lvl9pPr marL="3657696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92" y="2592230"/>
            <a:ext cx="3932237" cy="4802425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4" indent="0">
              <a:buNone/>
              <a:defRPr sz="1200"/>
            </a:lvl3pPr>
            <a:lvl4pPr marL="1371636" indent="0">
              <a:buNone/>
              <a:defRPr sz="1000"/>
            </a:lvl4pPr>
            <a:lvl5pPr marL="1828848" indent="0">
              <a:buNone/>
              <a:defRPr sz="1000"/>
            </a:lvl5pPr>
            <a:lvl6pPr marL="2286060" indent="0">
              <a:buNone/>
              <a:defRPr sz="1000"/>
            </a:lvl6pPr>
            <a:lvl7pPr marL="2743271" indent="0">
              <a:buNone/>
              <a:defRPr sz="1000"/>
            </a:lvl7pPr>
            <a:lvl8pPr marL="3200483" indent="0">
              <a:buNone/>
              <a:defRPr sz="1000"/>
            </a:lvl8pPr>
            <a:lvl9pPr marL="3657696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914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91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1" y="460042"/>
            <a:ext cx="2628900" cy="732264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60042"/>
            <a:ext cx="7734300" cy="732264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597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Заголовок и объект"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2"/>
          <p:cNvSpPr txBox="1">
            <a:spLocks noGrp="1"/>
          </p:cNvSpPr>
          <p:nvPr>
            <p:ph type="title"/>
          </p:nvPr>
        </p:nvSpPr>
        <p:spPr>
          <a:xfrm>
            <a:off x="608944" y="346698"/>
            <a:ext cx="10973968" cy="144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5" name="Google Shape;2115;p2"/>
          <p:cNvSpPr txBox="1">
            <a:spLocks noGrp="1"/>
          </p:cNvSpPr>
          <p:nvPr>
            <p:ph type="body" idx="1"/>
          </p:nvPr>
        </p:nvSpPr>
        <p:spPr>
          <a:xfrm>
            <a:off x="608944" y="2015417"/>
            <a:ext cx="10973968" cy="570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0898" lvl="1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06346" lvl="2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1794" lvl="3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177243" lvl="4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612693" lvl="5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48141" lvl="6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83589" lvl="7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19038" lvl="8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6" name="Google Shape;2116;p2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7" name="Google Shape;2117;p2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8" name="Google Shape;2118;p2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828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3"/>
          <p:cNvSpPr txBox="1">
            <a:spLocks noGrp="1"/>
          </p:cNvSpPr>
          <p:nvPr>
            <p:ph type="ctrTitle"/>
          </p:nvPr>
        </p:nvSpPr>
        <p:spPr>
          <a:xfrm>
            <a:off x="914404" y="2684241"/>
            <a:ext cx="10363428" cy="1852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1" name="Google Shape;2121;p3"/>
          <p:cNvSpPr txBox="1">
            <a:spLocks noGrp="1"/>
          </p:cNvSpPr>
          <p:nvPr>
            <p:ph type="subTitle" idx="1"/>
          </p:nvPr>
        </p:nvSpPr>
        <p:spPr>
          <a:xfrm>
            <a:off x="1828804" y="4896437"/>
            <a:ext cx="8534349" cy="2208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lvl="0" algn="ctr" rtl="0">
              <a:spcBef>
                <a:spcPts val="629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52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76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22" name="Google Shape;2122;p3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3" name="Google Shape;2123;p3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4" name="Google Shape;2124;p3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792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Заголовок раздела"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4"/>
          <p:cNvSpPr txBox="1">
            <a:spLocks noGrp="1"/>
          </p:cNvSpPr>
          <p:nvPr>
            <p:ph type="title"/>
          </p:nvPr>
        </p:nvSpPr>
        <p:spPr>
          <a:xfrm>
            <a:off x="963084" y="5552497"/>
            <a:ext cx="10363428" cy="171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7" name="Google Shape;2127;p4"/>
          <p:cNvSpPr txBox="1">
            <a:spLocks noGrp="1"/>
          </p:cNvSpPr>
          <p:nvPr>
            <p:ph type="body" idx="1"/>
          </p:nvPr>
        </p:nvSpPr>
        <p:spPr>
          <a:xfrm>
            <a:off x="963084" y="3662329"/>
            <a:ext cx="10363428" cy="189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b" anchorCtr="0">
            <a:noAutofit/>
          </a:bodyPr>
          <a:lstStyle>
            <a:lvl1pPr marL="435448" lvl="0" indent="-217725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000">
                <a:solidFill>
                  <a:srgbClr val="888888"/>
                </a:solidFill>
              </a:defRPr>
            </a:lvl1pPr>
            <a:lvl2pPr marL="870898" lvl="1" indent="-217725" algn="l" rtl="0">
              <a:spcBef>
                <a:spcPts val="362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810">
                <a:solidFill>
                  <a:srgbClr val="888888"/>
                </a:solidFill>
              </a:defRPr>
            </a:lvl2pPr>
            <a:lvl3pPr marL="1306346" lvl="2" indent="-217725" algn="l" rtl="0">
              <a:spcBef>
                <a:spcPts val="324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619">
                <a:solidFill>
                  <a:srgbClr val="888888"/>
                </a:solidFill>
              </a:defRPr>
            </a:lvl3pPr>
            <a:lvl4pPr marL="1741794" lvl="3" indent="-217725" algn="l" rtl="0">
              <a:spcBef>
                <a:spcPts val="286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429">
                <a:solidFill>
                  <a:srgbClr val="888888"/>
                </a:solidFill>
              </a:defRPr>
            </a:lvl4pPr>
            <a:lvl5pPr marL="2177243" lvl="4" indent="-217725" algn="l" rtl="0">
              <a:spcBef>
                <a:spcPts val="286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429">
                <a:solidFill>
                  <a:srgbClr val="888888"/>
                </a:solidFill>
              </a:defRPr>
            </a:lvl5pPr>
            <a:lvl6pPr marL="2612693" lvl="5" indent="-217725" algn="l" rtl="0">
              <a:spcBef>
                <a:spcPts val="286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429">
                <a:solidFill>
                  <a:srgbClr val="888888"/>
                </a:solidFill>
              </a:defRPr>
            </a:lvl6pPr>
            <a:lvl7pPr marL="3048141" lvl="6" indent="-217725" algn="l" rtl="0">
              <a:spcBef>
                <a:spcPts val="286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429">
                <a:solidFill>
                  <a:srgbClr val="888888"/>
                </a:solidFill>
              </a:defRPr>
            </a:lvl7pPr>
            <a:lvl8pPr marL="3483589" lvl="7" indent="-217725" algn="l" rtl="0">
              <a:spcBef>
                <a:spcPts val="286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429">
                <a:solidFill>
                  <a:srgbClr val="888888"/>
                </a:solidFill>
              </a:defRPr>
            </a:lvl8pPr>
            <a:lvl9pPr marL="3919038" lvl="8" indent="-217725" algn="l" rtl="0">
              <a:spcBef>
                <a:spcPts val="286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42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28" name="Google Shape;2128;p4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9" name="Google Shape;2129;p4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0" name="Google Shape;2130;p4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467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Два объекта"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5"/>
          <p:cNvSpPr txBox="1">
            <a:spLocks noGrp="1"/>
          </p:cNvSpPr>
          <p:nvPr>
            <p:ph type="title"/>
          </p:nvPr>
        </p:nvSpPr>
        <p:spPr>
          <a:xfrm>
            <a:off x="608944" y="346698"/>
            <a:ext cx="10973968" cy="144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3" name="Google Shape;2133;p5"/>
          <p:cNvSpPr txBox="1">
            <a:spLocks noGrp="1"/>
          </p:cNvSpPr>
          <p:nvPr>
            <p:ph type="body" idx="1"/>
          </p:nvPr>
        </p:nvSpPr>
        <p:spPr>
          <a:xfrm>
            <a:off x="609606" y="2016183"/>
            <a:ext cx="5384635" cy="57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393114" algn="l" rtl="0">
              <a:spcBef>
                <a:spcPts val="552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762"/>
            </a:lvl1pPr>
            <a:lvl2pPr marL="870898" lvl="1" indent="-368922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381"/>
            </a:lvl2pPr>
            <a:lvl3pPr marL="1306346" lvl="2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000"/>
            </a:lvl3pPr>
            <a:lvl4pPr marL="1741794" lvl="3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810"/>
            </a:lvl4pPr>
            <a:lvl5pPr marL="2177243" lvl="4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810"/>
            </a:lvl5pPr>
            <a:lvl6pPr marL="2612693" lvl="5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6pPr>
            <a:lvl7pPr marL="3048141" lvl="6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7pPr>
            <a:lvl8pPr marL="3483589" lvl="7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8pPr>
            <a:lvl9pPr marL="3919038" lvl="8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9pPr>
          </a:lstStyle>
          <a:p>
            <a:endParaRPr/>
          </a:p>
        </p:txBody>
      </p:sp>
      <p:sp>
        <p:nvSpPr>
          <p:cNvPr id="2134" name="Google Shape;2134;p5"/>
          <p:cNvSpPr txBox="1">
            <a:spLocks noGrp="1"/>
          </p:cNvSpPr>
          <p:nvPr>
            <p:ph type="body" idx="2"/>
          </p:nvPr>
        </p:nvSpPr>
        <p:spPr>
          <a:xfrm>
            <a:off x="6197606" y="2016183"/>
            <a:ext cx="5384635" cy="57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393114" algn="l" rtl="0">
              <a:spcBef>
                <a:spcPts val="552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762"/>
            </a:lvl1pPr>
            <a:lvl2pPr marL="870898" lvl="1" indent="-368922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381"/>
            </a:lvl2pPr>
            <a:lvl3pPr marL="1306346" lvl="2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000"/>
            </a:lvl3pPr>
            <a:lvl4pPr marL="1741794" lvl="3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810"/>
            </a:lvl4pPr>
            <a:lvl5pPr marL="2177243" lvl="4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810"/>
            </a:lvl5pPr>
            <a:lvl6pPr marL="2612693" lvl="5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6pPr>
            <a:lvl7pPr marL="3048141" lvl="6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7pPr>
            <a:lvl8pPr marL="3483589" lvl="7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8pPr>
            <a:lvl9pPr marL="3919038" lvl="8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9pPr>
          </a:lstStyle>
          <a:p>
            <a:endParaRPr/>
          </a:p>
        </p:txBody>
      </p:sp>
      <p:sp>
        <p:nvSpPr>
          <p:cNvPr id="2135" name="Google Shape;2135;p5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6" name="Google Shape;2136;p5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7" name="Google Shape;2137;p5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286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Сравнение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6"/>
          <p:cNvSpPr txBox="1">
            <a:spLocks noGrp="1"/>
          </p:cNvSpPr>
          <p:nvPr>
            <p:ph type="title"/>
          </p:nvPr>
        </p:nvSpPr>
        <p:spPr>
          <a:xfrm>
            <a:off x="608944" y="346698"/>
            <a:ext cx="10973968" cy="144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0" name="Google Shape;2140;p6"/>
          <p:cNvSpPr txBox="1">
            <a:spLocks noGrp="1"/>
          </p:cNvSpPr>
          <p:nvPr>
            <p:ph type="body" idx="1"/>
          </p:nvPr>
        </p:nvSpPr>
        <p:spPr>
          <a:xfrm>
            <a:off x="609602" y="1934174"/>
            <a:ext cx="5386667" cy="806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b" anchorCtr="0">
            <a:noAutofit/>
          </a:bodyPr>
          <a:lstStyle>
            <a:lvl1pPr marL="435448" lvl="0" indent="-217725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381" b="1"/>
            </a:lvl1pPr>
            <a:lvl2pPr marL="870898" lvl="1" indent="-2177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000" b="1"/>
            </a:lvl2pPr>
            <a:lvl3pPr marL="1306346" lvl="2" indent="-21772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810" b="1"/>
            </a:lvl3pPr>
            <a:lvl4pPr marL="1741794" lvl="3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4pPr>
            <a:lvl5pPr marL="2177243" lvl="4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5pPr>
            <a:lvl6pPr marL="2612693" lvl="5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6pPr>
            <a:lvl7pPr marL="3048141" lvl="6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7pPr>
            <a:lvl8pPr marL="3483589" lvl="7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8pPr>
            <a:lvl9pPr marL="3919038" lvl="8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9pPr>
          </a:lstStyle>
          <a:p>
            <a:endParaRPr/>
          </a:p>
        </p:txBody>
      </p:sp>
      <p:sp>
        <p:nvSpPr>
          <p:cNvPr id="2141" name="Google Shape;2141;p6"/>
          <p:cNvSpPr txBox="1">
            <a:spLocks noGrp="1"/>
          </p:cNvSpPr>
          <p:nvPr>
            <p:ph type="body" idx="2"/>
          </p:nvPr>
        </p:nvSpPr>
        <p:spPr>
          <a:xfrm>
            <a:off x="609602" y="2740247"/>
            <a:ext cx="5386667" cy="497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368922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381"/>
            </a:lvl1pPr>
            <a:lvl2pPr marL="870898" lvl="1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000"/>
            </a:lvl2pPr>
            <a:lvl3pPr marL="1306346" lvl="2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3pPr>
            <a:lvl4pPr marL="1741794" lvl="3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  <a:defRPr sz="1619"/>
            </a:lvl4pPr>
            <a:lvl5pPr marL="2177243" lvl="4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»"/>
              <a:defRPr sz="1619"/>
            </a:lvl5pPr>
            <a:lvl6pPr marL="2612693" lvl="5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6pPr>
            <a:lvl7pPr marL="3048141" lvl="6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7pPr>
            <a:lvl8pPr marL="3483589" lvl="7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8pPr>
            <a:lvl9pPr marL="3919038" lvl="8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9pPr>
          </a:lstStyle>
          <a:p>
            <a:endParaRPr/>
          </a:p>
        </p:txBody>
      </p:sp>
      <p:sp>
        <p:nvSpPr>
          <p:cNvPr id="2142" name="Google Shape;2142;p6"/>
          <p:cNvSpPr txBox="1">
            <a:spLocks noGrp="1"/>
          </p:cNvSpPr>
          <p:nvPr>
            <p:ph type="body" idx="3"/>
          </p:nvPr>
        </p:nvSpPr>
        <p:spPr>
          <a:xfrm>
            <a:off x="6193367" y="1934174"/>
            <a:ext cx="5389206" cy="806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b" anchorCtr="0">
            <a:noAutofit/>
          </a:bodyPr>
          <a:lstStyle>
            <a:lvl1pPr marL="435448" lvl="0" indent="-217725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381" b="1"/>
            </a:lvl1pPr>
            <a:lvl2pPr marL="870898" lvl="1" indent="-2177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000" b="1"/>
            </a:lvl2pPr>
            <a:lvl3pPr marL="1306346" lvl="2" indent="-21772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810" b="1"/>
            </a:lvl3pPr>
            <a:lvl4pPr marL="1741794" lvl="3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4pPr>
            <a:lvl5pPr marL="2177243" lvl="4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5pPr>
            <a:lvl6pPr marL="2612693" lvl="5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6pPr>
            <a:lvl7pPr marL="3048141" lvl="6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7pPr>
            <a:lvl8pPr marL="3483589" lvl="7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8pPr>
            <a:lvl9pPr marL="3919038" lvl="8" indent="-217725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619" b="1"/>
            </a:lvl9pPr>
          </a:lstStyle>
          <a:p>
            <a:endParaRPr/>
          </a:p>
        </p:txBody>
      </p:sp>
      <p:sp>
        <p:nvSpPr>
          <p:cNvPr id="2143" name="Google Shape;2143;p6"/>
          <p:cNvSpPr txBox="1">
            <a:spLocks noGrp="1"/>
          </p:cNvSpPr>
          <p:nvPr>
            <p:ph type="body" idx="4"/>
          </p:nvPr>
        </p:nvSpPr>
        <p:spPr>
          <a:xfrm>
            <a:off x="6193367" y="2740247"/>
            <a:ext cx="5389206" cy="497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368922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381"/>
            </a:lvl1pPr>
            <a:lvl2pPr marL="870898" lvl="1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000"/>
            </a:lvl2pPr>
            <a:lvl3pPr marL="1306346" lvl="2" indent="-332635" algn="l" rtl="0"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810"/>
            </a:lvl3pPr>
            <a:lvl4pPr marL="1741794" lvl="3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  <a:defRPr sz="1619"/>
            </a:lvl4pPr>
            <a:lvl5pPr marL="2177243" lvl="4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»"/>
              <a:defRPr sz="1619"/>
            </a:lvl5pPr>
            <a:lvl6pPr marL="2612693" lvl="5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6pPr>
            <a:lvl7pPr marL="3048141" lvl="6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7pPr>
            <a:lvl8pPr marL="3483589" lvl="7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8pPr>
            <a:lvl9pPr marL="3919038" lvl="8" indent="-320539" algn="l" rtl="0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619"/>
            </a:lvl9pPr>
          </a:lstStyle>
          <a:p>
            <a:endParaRPr/>
          </a:p>
        </p:txBody>
      </p:sp>
      <p:sp>
        <p:nvSpPr>
          <p:cNvPr id="2144" name="Google Shape;2144;p6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5" name="Google Shape;2145;p6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6" name="Google Shape;2146;p6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936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Только заголовок"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7"/>
          <p:cNvSpPr txBox="1">
            <a:spLocks noGrp="1"/>
          </p:cNvSpPr>
          <p:nvPr>
            <p:ph type="title"/>
          </p:nvPr>
        </p:nvSpPr>
        <p:spPr>
          <a:xfrm>
            <a:off x="608944" y="346698"/>
            <a:ext cx="10973968" cy="144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9" name="Google Shape;2149;p7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0" name="Google Shape;2150;p7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1" name="Google Shape;2151;p7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266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Объект с подписью"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9"/>
          <p:cNvSpPr txBox="1">
            <a:spLocks noGrp="1"/>
          </p:cNvSpPr>
          <p:nvPr>
            <p:ph type="title"/>
          </p:nvPr>
        </p:nvSpPr>
        <p:spPr>
          <a:xfrm>
            <a:off x="609606" y="344034"/>
            <a:ext cx="4011175" cy="146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8" name="Google Shape;2158;p9"/>
          <p:cNvSpPr txBox="1">
            <a:spLocks noGrp="1"/>
          </p:cNvSpPr>
          <p:nvPr>
            <p:ph type="body" idx="1"/>
          </p:nvPr>
        </p:nvSpPr>
        <p:spPr>
          <a:xfrm>
            <a:off x="4766736" y="344039"/>
            <a:ext cx="6815492" cy="737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417305" algn="l" rtl="0">
              <a:spcBef>
                <a:spcPts val="629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143"/>
            </a:lvl1pPr>
            <a:lvl2pPr marL="870898" lvl="1" indent="-393114" algn="l" rtl="0">
              <a:spcBef>
                <a:spcPts val="552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762"/>
            </a:lvl2pPr>
            <a:lvl3pPr marL="1306346" lvl="2" indent="-368922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381"/>
            </a:lvl3pPr>
            <a:lvl4pPr marL="1741794" lvl="3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000"/>
            </a:lvl4pPr>
            <a:lvl5pPr marL="2177243" lvl="4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000"/>
            </a:lvl5pPr>
            <a:lvl6pPr marL="2612693" lvl="5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000"/>
            </a:lvl6pPr>
            <a:lvl7pPr marL="3048141" lvl="6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000"/>
            </a:lvl7pPr>
            <a:lvl8pPr marL="3483589" lvl="7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000"/>
            </a:lvl8pPr>
            <a:lvl9pPr marL="3919038" lvl="8" indent="-34473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59" name="Google Shape;2159;p9"/>
          <p:cNvSpPr txBox="1">
            <a:spLocks noGrp="1"/>
          </p:cNvSpPr>
          <p:nvPr>
            <p:ph type="body" idx="2"/>
          </p:nvPr>
        </p:nvSpPr>
        <p:spPr>
          <a:xfrm>
            <a:off x="609606" y="1808165"/>
            <a:ext cx="4011175" cy="591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217725" algn="l" rtl="0">
              <a:spcBef>
                <a:spcPts val="286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429"/>
            </a:lvl1pPr>
            <a:lvl2pPr marL="870898" lvl="1" indent="-217725" algn="l" rtl="0">
              <a:spcBef>
                <a:spcPts val="248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238"/>
            </a:lvl2pPr>
            <a:lvl3pPr marL="1306346" lvl="2" indent="-217725" algn="l" rtl="0"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952"/>
            </a:lvl3pPr>
            <a:lvl4pPr marL="1741794" lvl="3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4pPr>
            <a:lvl5pPr marL="2177243" lvl="4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5pPr>
            <a:lvl6pPr marL="2612693" lvl="5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6pPr>
            <a:lvl7pPr marL="3048141" lvl="6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7pPr>
            <a:lvl8pPr marL="3483589" lvl="7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8pPr>
            <a:lvl9pPr marL="3919038" lvl="8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9pPr>
          </a:lstStyle>
          <a:p>
            <a:endParaRPr/>
          </a:p>
        </p:txBody>
      </p:sp>
      <p:sp>
        <p:nvSpPr>
          <p:cNvPr id="2160" name="Google Shape;2160;p9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1" name="Google Shape;2161;p9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2" name="Google Shape;2162;p9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8580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Рисунок с подписью"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10"/>
          <p:cNvSpPr txBox="1">
            <a:spLocks noGrp="1"/>
          </p:cNvSpPr>
          <p:nvPr>
            <p:ph type="title"/>
          </p:nvPr>
        </p:nvSpPr>
        <p:spPr>
          <a:xfrm>
            <a:off x="2389717" y="6048535"/>
            <a:ext cx="7315302" cy="71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5" name="Google Shape;2165;p10"/>
          <p:cNvSpPr>
            <a:spLocks noGrp="1"/>
          </p:cNvSpPr>
          <p:nvPr>
            <p:ph type="pic" idx="2"/>
          </p:nvPr>
        </p:nvSpPr>
        <p:spPr>
          <a:xfrm>
            <a:off x="2389717" y="772074"/>
            <a:ext cx="7315302" cy="518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rmAutofit/>
          </a:bodyPr>
          <a:lstStyle>
            <a:lvl1pPr marR="0" lvl="0" algn="l" rtl="0">
              <a:spcBef>
                <a:spcPts val="629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1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52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7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66" name="Google Shape;2166;p10"/>
          <p:cNvSpPr txBox="1">
            <a:spLocks noGrp="1"/>
          </p:cNvSpPr>
          <p:nvPr>
            <p:ph type="body" idx="1"/>
          </p:nvPr>
        </p:nvSpPr>
        <p:spPr>
          <a:xfrm>
            <a:off x="2389717" y="6762600"/>
            <a:ext cx="7315302" cy="101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217725" algn="l" rtl="0">
              <a:spcBef>
                <a:spcPts val="286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429"/>
            </a:lvl1pPr>
            <a:lvl2pPr marL="870898" lvl="1" indent="-217725" algn="l" rtl="0">
              <a:spcBef>
                <a:spcPts val="248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238"/>
            </a:lvl2pPr>
            <a:lvl3pPr marL="1306346" lvl="2" indent="-217725" algn="l" rtl="0"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952"/>
            </a:lvl3pPr>
            <a:lvl4pPr marL="1741794" lvl="3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4pPr>
            <a:lvl5pPr marL="2177243" lvl="4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5pPr>
            <a:lvl6pPr marL="2612693" lvl="5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6pPr>
            <a:lvl7pPr marL="3048141" lvl="6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7pPr>
            <a:lvl8pPr marL="3483589" lvl="7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8pPr>
            <a:lvl9pPr marL="3919038" lvl="8" indent="-217725" algn="l" rtl="0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857"/>
            </a:lvl9pPr>
          </a:lstStyle>
          <a:p>
            <a:endParaRPr/>
          </a:p>
        </p:txBody>
      </p:sp>
      <p:sp>
        <p:nvSpPr>
          <p:cNvPr id="2167" name="Google Shape;2167;p10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8" name="Google Shape;2168;p10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9" name="Google Shape;2169;p10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88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Заголовок и вертикальный текст"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11"/>
          <p:cNvSpPr txBox="1">
            <a:spLocks noGrp="1"/>
          </p:cNvSpPr>
          <p:nvPr>
            <p:ph type="title"/>
          </p:nvPr>
        </p:nvSpPr>
        <p:spPr>
          <a:xfrm>
            <a:off x="608944" y="346698"/>
            <a:ext cx="10973968" cy="144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2" name="Google Shape;2172;p11"/>
          <p:cNvSpPr txBox="1">
            <a:spLocks noGrp="1"/>
          </p:cNvSpPr>
          <p:nvPr>
            <p:ph type="body" idx="1"/>
          </p:nvPr>
        </p:nvSpPr>
        <p:spPr>
          <a:xfrm rot="5400000">
            <a:off x="3244352" y="-619846"/>
            <a:ext cx="5703445" cy="1097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0898" lvl="1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06346" lvl="2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1794" lvl="3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177243" lvl="4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612693" lvl="5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48141" lvl="6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83589" lvl="7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19038" lvl="8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3" name="Google Shape;2173;p11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4" name="Google Shape;2174;p11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5" name="Google Shape;2175;p11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858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Вертикальный заголовок и текст">
    <p:spTree>
      <p:nvGrpSpPr>
        <p:cNvPr id="1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12"/>
          <p:cNvSpPr txBox="1">
            <a:spLocks noGrp="1"/>
          </p:cNvSpPr>
          <p:nvPr>
            <p:ph type="title"/>
          </p:nvPr>
        </p:nvSpPr>
        <p:spPr>
          <a:xfrm rot="5400000">
            <a:off x="6524427" y="2660652"/>
            <a:ext cx="7372593" cy="274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8" name="Google Shape;2178;p12"/>
          <p:cNvSpPr txBox="1">
            <a:spLocks noGrp="1"/>
          </p:cNvSpPr>
          <p:nvPr>
            <p:ph type="body" idx="1"/>
          </p:nvPr>
        </p:nvSpPr>
        <p:spPr>
          <a:xfrm rot="5400000">
            <a:off x="936503" y="19127"/>
            <a:ext cx="7372593" cy="802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35448" lvl="0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70898" lvl="1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06346" lvl="2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41794" lvl="3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177243" lvl="4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612693" lvl="5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48141" lvl="6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83589" lvl="7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19038" lvl="8" indent="-326587" algn="l" rtl="0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9" name="Google Shape;2179;p12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0" name="Google Shape;2180;p12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1" name="Google Shape;2181;p12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49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60044"/>
            <a:ext cx="10515600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2300203"/>
            <a:ext cx="10515600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1" y="8008711"/>
            <a:ext cx="274320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4391F-5411-4CE2-B168-242F2A883524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8008711"/>
            <a:ext cx="411480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8008711"/>
            <a:ext cx="274320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F5F5E-E8B4-4F6C-98C5-D40C907DE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3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0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2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4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6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7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9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02" indent="-228606" algn="l" defTabSz="9144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4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6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8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0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71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3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6" algn="l" defTabSz="9144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1"/>
          <p:cNvSpPr txBox="1">
            <a:spLocks noGrp="1"/>
          </p:cNvSpPr>
          <p:nvPr>
            <p:ph type="title"/>
          </p:nvPr>
        </p:nvSpPr>
        <p:spPr>
          <a:xfrm>
            <a:off x="608944" y="346698"/>
            <a:ext cx="10973968" cy="144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9" name="Google Shape;2109;p1"/>
          <p:cNvSpPr txBox="1">
            <a:spLocks noGrp="1"/>
          </p:cNvSpPr>
          <p:nvPr>
            <p:ph type="body" idx="1"/>
          </p:nvPr>
        </p:nvSpPr>
        <p:spPr>
          <a:xfrm>
            <a:off x="608944" y="2015417"/>
            <a:ext cx="10973968" cy="570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noAutofit/>
          </a:bodyPr>
          <a:lstStyle>
            <a:lvl1pPr marL="457200" marR="0" lvl="0" indent="-438150" algn="l" rtl="0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10" name="Google Shape;2110;p1"/>
          <p:cNvSpPr txBox="1">
            <a:spLocks noGrp="1"/>
          </p:cNvSpPr>
          <p:nvPr>
            <p:ph type="dt" idx="10"/>
          </p:nvPr>
        </p:nvSpPr>
        <p:spPr>
          <a:xfrm>
            <a:off x="608948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1" name="Google Shape;2111;p1"/>
          <p:cNvSpPr txBox="1">
            <a:spLocks noGrp="1"/>
          </p:cNvSpPr>
          <p:nvPr>
            <p:ph type="ftr" idx="11"/>
          </p:nvPr>
        </p:nvSpPr>
        <p:spPr>
          <a:xfrm>
            <a:off x="4164864" y="8008333"/>
            <a:ext cx="3862350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2" name="Google Shape;2112;p1"/>
          <p:cNvSpPr txBox="1">
            <a:spLocks noGrp="1"/>
          </p:cNvSpPr>
          <p:nvPr>
            <p:ph type="sldNum" idx="12"/>
          </p:nvPr>
        </p:nvSpPr>
        <p:spPr>
          <a:xfrm>
            <a:off x="8737573" y="8008333"/>
            <a:ext cx="2845461" cy="46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7597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13"/>
          <p:cNvSpPr/>
          <p:nvPr/>
        </p:nvSpPr>
        <p:spPr>
          <a:xfrm>
            <a:off x="4745737" y="653777"/>
            <a:ext cx="2761757" cy="32538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257" tIns="43617" rIns="87257" bIns="43617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Наблюдательный совет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91" name="Google Shape;2191;p13"/>
          <p:cNvSpPr/>
          <p:nvPr/>
        </p:nvSpPr>
        <p:spPr>
          <a:xfrm>
            <a:off x="4745736" y="1444574"/>
            <a:ext cx="2761757" cy="3282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257" tIns="43617" rIns="87257" bIns="43617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Председатель Правления </a:t>
            </a:r>
            <a:endParaRPr sz="1200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190;p13"/>
          <p:cNvSpPr/>
          <p:nvPr/>
        </p:nvSpPr>
        <p:spPr>
          <a:xfrm>
            <a:off x="2579549" y="1719215"/>
            <a:ext cx="1988900" cy="327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kk-KZ" sz="11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Советники </a:t>
            </a:r>
            <a:endParaRPr lang="ru-RU" sz="1100" b="1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2190;p13"/>
          <p:cNvSpPr/>
          <p:nvPr/>
        </p:nvSpPr>
        <p:spPr>
          <a:xfrm>
            <a:off x="2572829" y="877625"/>
            <a:ext cx="1988900" cy="27512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257" tIns="43617" rIns="87257" bIns="43617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1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Служба внутреннего аудита</a:t>
            </a:r>
            <a:endParaRPr sz="1100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2229;p13">
            <a:extLst>
              <a:ext uri="{FF2B5EF4-FFF2-40B4-BE49-F238E27FC236}">
                <a16:creationId xmlns:a16="http://schemas.microsoft.com/office/drawing/2014/main" id="{0F5D4BFC-5799-3546-A9BC-04F6BB80A5A8}"/>
              </a:ext>
            </a:extLst>
          </p:cNvPr>
          <p:cNvSpPr/>
          <p:nvPr/>
        </p:nvSpPr>
        <p:spPr>
          <a:xfrm>
            <a:off x="9201338" y="3511194"/>
            <a:ext cx="2594187" cy="33663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Административный департамент </a:t>
            </a:r>
            <a:endParaRPr sz="1200" b="1" kern="0" dirty="0">
              <a:solidFill>
                <a:srgbClr val="FF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2226" name="Google Shape;2226;p13"/>
          <p:cNvSpPr/>
          <p:nvPr/>
        </p:nvSpPr>
        <p:spPr>
          <a:xfrm>
            <a:off x="9196436" y="2626804"/>
            <a:ext cx="2595889" cy="34277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99" tIns="41788" rIns="83599" bIns="41788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бухгалтерского учета и отчетности </a:t>
            </a:r>
            <a:endParaRPr sz="1200" b="1" kern="0" dirty="0">
              <a:solidFill>
                <a:srgbClr val="FF0000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2220;p13">
            <a:extLst>
              <a:ext uri="{FF2B5EF4-FFF2-40B4-BE49-F238E27FC236}">
                <a16:creationId xmlns:a16="http://schemas.microsoft.com/office/drawing/2014/main" id="{8C898E86-938F-E247-BD49-585DF50413F1}"/>
              </a:ext>
            </a:extLst>
          </p:cNvPr>
          <p:cNvSpPr/>
          <p:nvPr/>
        </p:nvSpPr>
        <p:spPr>
          <a:xfrm>
            <a:off x="531145" y="7907928"/>
            <a:ext cx="2354938" cy="25391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стандартизации медицинской помощи </a:t>
            </a:r>
            <a:endParaRPr sz="1524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2220;p13">
            <a:extLst>
              <a:ext uri="{FF2B5EF4-FFF2-40B4-BE49-F238E27FC236}">
                <a16:creationId xmlns:a16="http://schemas.microsoft.com/office/drawing/2014/main" id="{8C898E86-938F-E247-BD49-585DF50413F1}"/>
              </a:ext>
            </a:extLst>
          </p:cNvPr>
          <p:cNvSpPr/>
          <p:nvPr/>
        </p:nvSpPr>
        <p:spPr>
          <a:xfrm>
            <a:off x="6233470" y="2608893"/>
            <a:ext cx="2595890" cy="74337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</a:rPr>
              <a:t>Аналитический центр стратегических исследований и инициатив в области здравоохранения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110" name="Google Shape;2222;p13"/>
          <p:cNvSpPr/>
          <p:nvPr/>
        </p:nvSpPr>
        <p:spPr>
          <a:xfrm>
            <a:off x="531145" y="5865776"/>
            <a:ext cx="2354938" cy="43101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рационального использования и оценки рекламы лекарственных средств и медицинских изделий</a:t>
            </a:r>
            <a:endParaRPr sz="857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2222;p13"/>
          <p:cNvSpPr/>
          <p:nvPr/>
        </p:nvSpPr>
        <p:spPr>
          <a:xfrm>
            <a:off x="531145" y="6345813"/>
            <a:ext cx="2354938" cy="43101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развития формулярной системы и профессиональной экспертизы лекарственных средств и медицинских изделий</a:t>
            </a:r>
            <a:endParaRPr lang="ru-RU" sz="857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2232;p13"/>
          <p:cNvSpPr/>
          <p:nvPr/>
        </p:nvSpPr>
        <p:spPr>
          <a:xfrm>
            <a:off x="305374" y="2611618"/>
            <a:ext cx="2595889" cy="3859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медицинского образования и науки 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69" name="Google Shape;2190;p13"/>
          <p:cNvSpPr/>
          <p:nvPr/>
        </p:nvSpPr>
        <p:spPr>
          <a:xfrm>
            <a:off x="2572829" y="1220492"/>
            <a:ext cx="1988900" cy="28546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257" tIns="43617" rIns="87257" bIns="43617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1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Комплаенс </a:t>
            </a:r>
            <a:r>
              <a:rPr lang="kk-KZ" sz="11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служба</a:t>
            </a:r>
            <a:endParaRPr sz="1100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2220;p13">
            <a:extLst>
              <a:ext uri="{FF2B5EF4-FFF2-40B4-BE49-F238E27FC236}">
                <a16:creationId xmlns:a16="http://schemas.microsoft.com/office/drawing/2014/main" id="{8C898E86-938F-E247-BD49-585DF50413F1}"/>
              </a:ext>
            </a:extLst>
          </p:cNvPr>
          <p:cNvSpPr/>
          <p:nvPr/>
        </p:nvSpPr>
        <p:spPr>
          <a:xfrm>
            <a:off x="3501618" y="5518466"/>
            <a:ext cx="2354937" cy="26005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внешней комплексной оценки</a:t>
            </a:r>
            <a:endParaRPr sz="1524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" name="Google Shape;2220;p13">
            <a:extLst>
              <a:ext uri="{FF2B5EF4-FFF2-40B4-BE49-F238E27FC236}">
                <a16:creationId xmlns:a16="http://schemas.microsoft.com/office/drawing/2014/main" id="{8C898E86-938F-E247-BD49-585DF50413F1}"/>
              </a:ext>
            </a:extLst>
          </p:cNvPr>
          <p:cNvSpPr/>
          <p:nvPr/>
        </p:nvSpPr>
        <p:spPr>
          <a:xfrm>
            <a:off x="3501618" y="5826434"/>
            <a:ext cx="2354937" cy="2649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постаккредитационного мониторинга </a:t>
            </a:r>
            <a:endParaRPr sz="1524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2220;p13">
            <a:extLst>
              <a:ext uri="{FF2B5EF4-FFF2-40B4-BE49-F238E27FC236}">
                <a16:creationId xmlns:a16="http://schemas.microsoft.com/office/drawing/2014/main" id="{8C898E86-938F-E247-BD49-585DF50413F1}"/>
              </a:ext>
            </a:extLst>
          </p:cNvPr>
          <p:cNvSpPr/>
          <p:nvPr/>
        </p:nvSpPr>
        <p:spPr>
          <a:xfrm>
            <a:off x="3501617" y="6149304"/>
            <a:ext cx="2354937" cy="27759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совершенствования стандартов аккредитации в здравоохранении </a:t>
            </a:r>
            <a:endParaRPr sz="1524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2188;p13"/>
          <p:cNvSpPr/>
          <p:nvPr/>
        </p:nvSpPr>
        <p:spPr>
          <a:xfrm>
            <a:off x="592432" y="36986"/>
            <a:ext cx="9246839" cy="58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25" tIns="47700" rIns="95425" bIns="47700" anchor="t" anchorCtr="0">
            <a:spAutoFit/>
          </a:bodyPr>
          <a:lstStyle/>
          <a:p>
            <a:pPr lvl="0" algn="ctr"/>
            <a:r>
              <a:rPr lang="ru-RU" sz="10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ОРГАНИЗАЦИОННАЯ СТРУКТУРА</a:t>
            </a:r>
            <a:br>
              <a:rPr lang="ru-RU" sz="10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0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РГП на ПХВ «Национальный научный центр развития здравоохранения </a:t>
            </a:r>
          </a:p>
          <a:p>
            <a:pPr lvl="0" algn="ctr"/>
            <a:r>
              <a:rPr lang="ru-RU" sz="10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имени Салидат Каирбековой» Министерства здравоохранения Республики Казахстан</a:t>
            </a:r>
            <a:endParaRPr lang="ru-RU" sz="105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9839271" y="-2585"/>
            <a:ext cx="235272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105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УТВЕРЖДЕНО</a:t>
            </a:r>
            <a:endParaRPr lang="ru-RU" sz="105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ru-RU" sz="105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решением наблюдательного совета</a:t>
            </a:r>
          </a:p>
          <a:p>
            <a:pPr lvl="0" algn="ctr"/>
            <a:r>
              <a:rPr lang="ru-RU" sz="105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РГП «ННЦРЗ» протокол № ____</a:t>
            </a:r>
            <a:endParaRPr lang="ru-RU" sz="105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ru-RU" sz="105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от «___» __________ 2023 года  </a:t>
            </a:r>
          </a:p>
        </p:txBody>
      </p:sp>
      <p:sp>
        <p:nvSpPr>
          <p:cNvPr id="58" name="Google Shape;2220;p13">
            <a:extLst>
              <a:ext uri="{FF2B5EF4-FFF2-40B4-BE49-F238E27FC236}">
                <a16:creationId xmlns:a16="http://schemas.microsoft.com/office/drawing/2014/main" id="{8C898E86-938F-E247-BD49-585DF50413F1}"/>
              </a:ext>
            </a:extLst>
          </p:cNvPr>
          <p:cNvSpPr/>
          <p:nvPr/>
        </p:nvSpPr>
        <p:spPr>
          <a:xfrm>
            <a:off x="6233470" y="6746027"/>
            <a:ext cx="2599880" cy="56435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Центр менеджмента, образовательных программ и проектов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63" name="Google Shape;2190;p13"/>
          <p:cNvSpPr/>
          <p:nvPr/>
        </p:nvSpPr>
        <p:spPr>
          <a:xfrm>
            <a:off x="9548473" y="1686920"/>
            <a:ext cx="1848870" cy="327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kk-KZ" sz="11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Управление по связям с общественностью </a:t>
            </a:r>
            <a:endParaRPr lang="ru-RU" sz="1100" b="1" kern="0" dirty="0">
              <a:solidFill>
                <a:srgbClr val="FF0000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2190" name="Google Shape;2190;p13"/>
          <p:cNvSpPr/>
          <p:nvPr/>
        </p:nvSpPr>
        <p:spPr>
          <a:xfrm>
            <a:off x="7687615" y="861991"/>
            <a:ext cx="2166188" cy="3069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257" tIns="43617" rIns="87257" bIns="43617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1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Секретарь наблюдательного совета</a:t>
            </a:r>
            <a:endParaRPr sz="1100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2210;p13"/>
          <p:cNvSpPr/>
          <p:nvPr/>
        </p:nvSpPr>
        <p:spPr>
          <a:xfrm>
            <a:off x="306122" y="2151107"/>
            <a:ext cx="2595890" cy="373958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99" tIns="41788" rIns="83599" bIns="41788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Заместитель председателя Правления</a:t>
            </a:r>
          </a:p>
        </p:txBody>
      </p:sp>
      <p:sp>
        <p:nvSpPr>
          <p:cNvPr id="218" name="Google Shape;2222;p13"/>
          <p:cNvSpPr>
            <a:spLocks noChangeArrowheads="1"/>
          </p:cNvSpPr>
          <p:nvPr/>
        </p:nvSpPr>
        <p:spPr bwMode="auto">
          <a:xfrm>
            <a:off x="3277071" y="6527116"/>
            <a:ext cx="2582753" cy="382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70898" fontAlgn="base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Arial"/>
              </a:rPr>
              <a:t>Территориальные филиалы </a:t>
            </a:r>
          </a:p>
          <a:p>
            <a:pPr algn="ctr" defTabSz="870898" fontAlgn="base">
              <a:buClr>
                <a:srgbClr val="000000"/>
              </a:buClr>
            </a:pPr>
            <a:r>
              <a:rPr lang="ru-RU" sz="1100" b="1" kern="0" dirty="0">
                <a:solidFill>
                  <a:srgbClr val="000000"/>
                </a:solidFill>
                <a:latin typeface="Times New Roman"/>
                <a:cs typeface="Times New Roman"/>
                <a:sym typeface="Arial"/>
              </a:rPr>
              <a:t>(20 филиалов)</a:t>
            </a:r>
          </a:p>
        </p:txBody>
      </p:sp>
      <p:sp>
        <p:nvSpPr>
          <p:cNvPr id="311" name="Google Shape;2222;p13"/>
          <p:cNvSpPr>
            <a:spLocks noChangeArrowheads="1"/>
          </p:cNvSpPr>
          <p:nvPr/>
        </p:nvSpPr>
        <p:spPr bwMode="auto">
          <a:xfrm>
            <a:off x="9413381" y="3943842"/>
            <a:ext cx="2377324" cy="29987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Управление документооборота и материально-технического обеспечения</a:t>
            </a:r>
            <a:endParaRPr lang="ru-RU" sz="1714" kern="0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  <p:sp>
        <p:nvSpPr>
          <p:cNvPr id="322" name="Google Shape;2226;p13"/>
          <p:cNvSpPr/>
          <p:nvPr/>
        </p:nvSpPr>
        <p:spPr>
          <a:xfrm>
            <a:off x="9196435" y="3067517"/>
            <a:ext cx="2595889" cy="34277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99" tIns="41788" rIns="83599" bIns="41788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планирования и бюджетирования </a:t>
            </a:r>
            <a:endParaRPr sz="1200" b="1" kern="0" dirty="0">
              <a:solidFill>
                <a:srgbClr val="FF0000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2222;p13"/>
          <p:cNvSpPr>
            <a:spLocks noChangeArrowheads="1"/>
          </p:cNvSpPr>
          <p:nvPr/>
        </p:nvSpPr>
        <p:spPr bwMode="auto">
          <a:xfrm>
            <a:off x="6222800" y="7413602"/>
            <a:ext cx="2596785" cy="5643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70898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Arial"/>
              </a:rPr>
              <a:t>Национальная обсерватория кадровых ресурсов здравоохранения</a:t>
            </a:r>
          </a:p>
        </p:txBody>
      </p:sp>
      <p:sp>
        <p:nvSpPr>
          <p:cNvPr id="81" name="Прямоугольник 80"/>
          <p:cNvSpPr/>
          <p:nvPr/>
        </p:nvSpPr>
        <p:spPr>
          <a:xfrm>
            <a:off x="6247430" y="4093778"/>
            <a:ext cx="2588739" cy="80128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150" b="1" kern="0" dirty="0">
                <a:solidFill>
                  <a:srgbClr val="000000"/>
                </a:solidFill>
                <a:latin typeface="Times New Roman"/>
                <a:cs typeface="Times New Roman"/>
              </a:rPr>
              <a:t>Центр экономических исследований и совершенствования финансирования </a:t>
            </a:r>
          </a:p>
          <a:p>
            <a:pPr algn="ctr" defTabSz="870898">
              <a:buClr>
                <a:srgbClr val="000000"/>
              </a:buClr>
            </a:pPr>
            <a:r>
              <a:rPr lang="ru-RU" sz="1150" b="1" kern="0" dirty="0">
                <a:solidFill>
                  <a:srgbClr val="000000"/>
                </a:solidFill>
                <a:latin typeface="Times New Roman"/>
                <a:cs typeface="Times New Roman"/>
              </a:rPr>
              <a:t>здравоохранения </a:t>
            </a:r>
            <a:endParaRPr lang="ru-RU" sz="900" b="1" kern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6" name="Google Shape;2222;p13"/>
          <p:cNvSpPr>
            <a:spLocks noChangeArrowheads="1"/>
          </p:cNvSpPr>
          <p:nvPr/>
        </p:nvSpPr>
        <p:spPr bwMode="auto">
          <a:xfrm>
            <a:off x="7684780" y="1686920"/>
            <a:ext cx="1686406" cy="327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1100" b="1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Департамент  </a:t>
            </a:r>
            <a:r>
              <a:rPr lang="en-US" sz="1100" b="1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HR</a:t>
            </a:r>
            <a:endParaRPr lang="ru-RU" sz="1100" b="1" kern="0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  <p:sp>
        <p:nvSpPr>
          <p:cNvPr id="99" name="Google Shape;2222;p13"/>
          <p:cNvSpPr/>
          <p:nvPr/>
        </p:nvSpPr>
        <p:spPr>
          <a:xfrm>
            <a:off x="6471131" y="3723113"/>
            <a:ext cx="2355579" cy="27907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международного сотрудничества и глобального здравоохранения</a:t>
            </a:r>
          </a:p>
        </p:txBody>
      </p:sp>
      <p:sp>
        <p:nvSpPr>
          <p:cNvPr id="104" name="Google Shape;2222;p13"/>
          <p:cNvSpPr/>
          <p:nvPr/>
        </p:nvSpPr>
        <p:spPr>
          <a:xfrm>
            <a:off x="6471133" y="3403460"/>
            <a:ext cx="2354936" cy="26414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</a:t>
            </a: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стратегических исследований и инициатив в области здравоохранения</a:t>
            </a:r>
            <a:endParaRPr lang="ru-RU" sz="857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2222;p13"/>
          <p:cNvSpPr>
            <a:spLocks noChangeArrowheads="1"/>
          </p:cNvSpPr>
          <p:nvPr/>
        </p:nvSpPr>
        <p:spPr bwMode="auto">
          <a:xfrm>
            <a:off x="6247430" y="5623957"/>
            <a:ext cx="2594186" cy="374128"/>
          </a:xfrm>
          <a:prstGeom prst="rect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Arial"/>
              </a:rPr>
              <a:t>Республиканский Научно-практический центр ПМСП</a:t>
            </a:r>
          </a:p>
        </p:txBody>
      </p:sp>
      <p:sp>
        <p:nvSpPr>
          <p:cNvPr id="116" name="Google Shape;2226;p13"/>
          <p:cNvSpPr/>
          <p:nvPr/>
        </p:nvSpPr>
        <p:spPr>
          <a:xfrm>
            <a:off x="6471131" y="4952700"/>
            <a:ext cx="2354936" cy="26376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99" tIns="41788" rIns="83599" bIns="41788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kk-KZ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Сектор макроэкономических исследований </a:t>
            </a:r>
            <a:endParaRPr sz="857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2222;p13"/>
          <p:cNvSpPr/>
          <p:nvPr/>
        </p:nvSpPr>
        <p:spPr>
          <a:xfrm>
            <a:off x="6470253" y="5262418"/>
            <a:ext cx="2354938" cy="26376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Сектор совершенствования финансирования и прогнозирования </a:t>
            </a:r>
          </a:p>
        </p:txBody>
      </p:sp>
      <p:sp>
        <p:nvSpPr>
          <p:cNvPr id="119" name="Google Shape;2222;p13"/>
          <p:cNvSpPr>
            <a:spLocks noChangeArrowheads="1"/>
          </p:cNvSpPr>
          <p:nvPr/>
        </p:nvSpPr>
        <p:spPr bwMode="auto">
          <a:xfrm>
            <a:off x="6423827" y="6046339"/>
            <a:ext cx="2417790" cy="2790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Управление совершенствования организации ПМСП </a:t>
            </a:r>
          </a:p>
        </p:txBody>
      </p:sp>
      <p:sp>
        <p:nvSpPr>
          <p:cNvPr id="120" name="Google Shape;2222;p13"/>
          <p:cNvSpPr>
            <a:spLocks noChangeArrowheads="1"/>
          </p:cNvSpPr>
          <p:nvPr/>
        </p:nvSpPr>
        <p:spPr bwMode="auto">
          <a:xfrm>
            <a:off x="6423826" y="6373628"/>
            <a:ext cx="2417790" cy="2790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Управление анализа и координации деятельности организации ПМСП</a:t>
            </a:r>
          </a:p>
        </p:txBody>
      </p:sp>
      <p:sp>
        <p:nvSpPr>
          <p:cNvPr id="8" name="Google Shape;2222;p13">
            <a:extLst>
              <a:ext uri="{FF2B5EF4-FFF2-40B4-BE49-F238E27FC236}">
                <a16:creationId xmlns:a16="http://schemas.microsoft.com/office/drawing/2014/main" id="{F9C7E32A-4753-4AB8-9A92-650A731081AB}"/>
              </a:ext>
            </a:extLst>
          </p:cNvPr>
          <p:cNvSpPr/>
          <p:nvPr/>
        </p:nvSpPr>
        <p:spPr>
          <a:xfrm>
            <a:off x="544489" y="3052752"/>
            <a:ext cx="2354937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медицинского образования</a:t>
            </a:r>
          </a:p>
        </p:txBody>
      </p:sp>
      <p:sp>
        <p:nvSpPr>
          <p:cNvPr id="11" name="Google Shape;2222;p13">
            <a:extLst>
              <a:ext uri="{FF2B5EF4-FFF2-40B4-BE49-F238E27FC236}">
                <a16:creationId xmlns:a16="http://schemas.microsoft.com/office/drawing/2014/main" id="{351B6536-EBE0-CE6B-1F4F-A8772EB6A3FA}"/>
              </a:ext>
            </a:extLst>
          </p:cNvPr>
          <p:cNvSpPr/>
          <p:nvPr/>
        </p:nvSpPr>
        <p:spPr>
          <a:xfrm>
            <a:off x="535618" y="3679602"/>
            <a:ext cx="2363808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Центр отраслевых технологических компетенций</a:t>
            </a:r>
          </a:p>
        </p:txBody>
      </p:sp>
      <p:sp>
        <p:nvSpPr>
          <p:cNvPr id="12" name="Google Shape;2222;p13">
            <a:extLst>
              <a:ext uri="{FF2B5EF4-FFF2-40B4-BE49-F238E27FC236}">
                <a16:creationId xmlns:a16="http://schemas.microsoft.com/office/drawing/2014/main" id="{4E7B3FC3-846F-A80F-6304-D957B7E7A95D}"/>
              </a:ext>
            </a:extLst>
          </p:cNvPr>
          <p:cNvSpPr/>
          <p:nvPr/>
        </p:nvSpPr>
        <p:spPr>
          <a:xfrm>
            <a:off x="305375" y="8208977"/>
            <a:ext cx="2594052" cy="36646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Центр развития клинических исследований </a:t>
            </a:r>
          </a:p>
        </p:txBody>
      </p:sp>
      <p:sp>
        <p:nvSpPr>
          <p:cNvPr id="13" name="Google Shape;2222;p13">
            <a:extLst>
              <a:ext uri="{FF2B5EF4-FFF2-40B4-BE49-F238E27FC236}">
                <a16:creationId xmlns:a16="http://schemas.microsoft.com/office/drawing/2014/main" id="{82956847-7A66-AF06-9EB0-AF0C7F5F3317}"/>
              </a:ext>
            </a:extLst>
          </p:cNvPr>
          <p:cNvSpPr/>
          <p:nvPr/>
        </p:nvSpPr>
        <p:spPr>
          <a:xfrm>
            <a:off x="544489" y="3364476"/>
            <a:ext cx="2354937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развития медицинской науки</a:t>
            </a:r>
          </a:p>
        </p:txBody>
      </p:sp>
      <p:sp>
        <p:nvSpPr>
          <p:cNvPr id="16" name="Google Shape;2232;p13">
            <a:extLst>
              <a:ext uri="{FF2B5EF4-FFF2-40B4-BE49-F238E27FC236}">
                <a16:creationId xmlns:a16="http://schemas.microsoft.com/office/drawing/2014/main" id="{DC608996-60D3-8709-B4A9-8882A8B54AAC}"/>
              </a:ext>
            </a:extLst>
          </p:cNvPr>
          <p:cNvSpPr/>
          <p:nvPr/>
        </p:nvSpPr>
        <p:spPr>
          <a:xfrm>
            <a:off x="305374" y="3996288"/>
            <a:ext cx="2592217" cy="3859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рациональной клинической практики 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17" name="Google Shape;2222;p13">
            <a:extLst>
              <a:ext uri="{FF2B5EF4-FFF2-40B4-BE49-F238E27FC236}">
                <a16:creationId xmlns:a16="http://schemas.microsoft.com/office/drawing/2014/main" id="{560A10CB-D29C-6BF8-A66E-988ABB7F97E4}"/>
              </a:ext>
            </a:extLst>
          </p:cNvPr>
          <p:cNvSpPr/>
          <p:nvPr/>
        </p:nvSpPr>
        <p:spPr>
          <a:xfrm>
            <a:off x="533782" y="4435416"/>
            <a:ext cx="2363809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оценки технологий здравоохранения</a:t>
            </a:r>
          </a:p>
        </p:txBody>
      </p:sp>
      <p:sp>
        <p:nvSpPr>
          <p:cNvPr id="18" name="Google Shape;2222;p13">
            <a:extLst>
              <a:ext uri="{FF2B5EF4-FFF2-40B4-BE49-F238E27FC236}">
                <a16:creationId xmlns:a16="http://schemas.microsoft.com/office/drawing/2014/main" id="{257ACB13-8ABC-041E-4E0F-19FDEF7E8E23}"/>
              </a:ext>
            </a:extLst>
          </p:cNvPr>
          <p:cNvSpPr/>
          <p:nvPr/>
        </p:nvSpPr>
        <p:spPr>
          <a:xfrm>
            <a:off x="524110" y="4763330"/>
            <a:ext cx="2363809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экспертизы клинических протоколов</a:t>
            </a:r>
          </a:p>
        </p:txBody>
      </p:sp>
      <p:sp>
        <p:nvSpPr>
          <p:cNvPr id="19" name="Google Shape;2222;p13">
            <a:extLst>
              <a:ext uri="{FF2B5EF4-FFF2-40B4-BE49-F238E27FC236}">
                <a16:creationId xmlns:a16="http://schemas.microsoft.com/office/drawing/2014/main" id="{E90A5EDC-8E23-5C7B-7323-2F0524FD7930}"/>
              </a:ext>
            </a:extLst>
          </p:cNvPr>
          <p:cNvSpPr/>
          <p:nvPr/>
        </p:nvSpPr>
        <p:spPr>
          <a:xfrm>
            <a:off x="522276" y="5079022"/>
            <a:ext cx="2365644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Сектор мониторинга клинических протоколов</a:t>
            </a:r>
          </a:p>
        </p:txBody>
      </p:sp>
      <p:sp>
        <p:nvSpPr>
          <p:cNvPr id="21" name="Google Shape;2210;p13">
            <a:extLst>
              <a:ext uri="{FF2B5EF4-FFF2-40B4-BE49-F238E27FC236}">
                <a16:creationId xmlns:a16="http://schemas.microsoft.com/office/drawing/2014/main" id="{CAADC740-BCCE-9053-1507-4F9474250615}"/>
              </a:ext>
            </a:extLst>
          </p:cNvPr>
          <p:cNvSpPr/>
          <p:nvPr/>
        </p:nvSpPr>
        <p:spPr>
          <a:xfrm>
            <a:off x="3270504" y="2149733"/>
            <a:ext cx="2595890" cy="373958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99" tIns="41788" rIns="83599" bIns="41788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Заместитель председателя Правления</a:t>
            </a:r>
          </a:p>
        </p:txBody>
      </p:sp>
      <p:sp>
        <p:nvSpPr>
          <p:cNvPr id="22" name="Google Shape;2210;p13">
            <a:extLst>
              <a:ext uri="{FF2B5EF4-FFF2-40B4-BE49-F238E27FC236}">
                <a16:creationId xmlns:a16="http://schemas.microsoft.com/office/drawing/2014/main" id="{88AB2A44-3714-D633-3208-196A2A1E5171}"/>
              </a:ext>
            </a:extLst>
          </p:cNvPr>
          <p:cNvSpPr/>
          <p:nvPr/>
        </p:nvSpPr>
        <p:spPr>
          <a:xfrm>
            <a:off x="6234885" y="2139470"/>
            <a:ext cx="2595890" cy="373958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99" tIns="41788" rIns="83599" bIns="41788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Заместитель председателя Правления</a:t>
            </a:r>
          </a:p>
        </p:txBody>
      </p:sp>
      <p:sp>
        <p:nvSpPr>
          <p:cNvPr id="23" name="Google Shape;2210;p13">
            <a:extLst>
              <a:ext uri="{FF2B5EF4-FFF2-40B4-BE49-F238E27FC236}">
                <a16:creationId xmlns:a16="http://schemas.microsoft.com/office/drawing/2014/main" id="{CE1775DF-ADE1-9ED5-6938-72FEB0404ED9}"/>
              </a:ext>
            </a:extLst>
          </p:cNvPr>
          <p:cNvSpPr/>
          <p:nvPr/>
        </p:nvSpPr>
        <p:spPr>
          <a:xfrm>
            <a:off x="9199266" y="2139470"/>
            <a:ext cx="2595890" cy="373958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99" tIns="41788" rIns="83599" bIns="41788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Управляющий директор</a:t>
            </a:r>
          </a:p>
        </p:txBody>
      </p:sp>
      <p:sp>
        <p:nvSpPr>
          <p:cNvPr id="25" name="Google Shape;2232;p13">
            <a:extLst>
              <a:ext uri="{FF2B5EF4-FFF2-40B4-BE49-F238E27FC236}">
                <a16:creationId xmlns:a16="http://schemas.microsoft.com/office/drawing/2014/main" id="{53E6008C-FC66-A1C5-B391-64493237E882}"/>
              </a:ext>
            </a:extLst>
          </p:cNvPr>
          <p:cNvSpPr/>
          <p:nvPr/>
        </p:nvSpPr>
        <p:spPr>
          <a:xfrm>
            <a:off x="292031" y="6836027"/>
            <a:ext cx="2592216" cy="53415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совершенствования организации оказания медицинской помощи 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26" name="Google Shape;2222;p13">
            <a:extLst>
              <a:ext uri="{FF2B5EF4-FFF2-40B4-BE49-F238E27FC236}">
                <a16:creationId xmlns:a16="http://schemas.microsoft.com/office/drawing/2014/main" id="{1A586A4F-DD1B-F3A3-1DF0-71A163BAA672}"/>
              </a:ext>
            </a:extLst>
          </p:cNvPr>
          <p:cNvSpPr/>
          <p:nvPr/>
        </p:nvSpPr>
        <p:spPr>
          <a:xfrm>
            <a:off x="531145" y="7427891"/>
            <a:ext cx="2354938" cy="43101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организации оказания специализированной и высокотехнологичной медицинской помощи</a:t>
            </a:r>
            <a:endParaRPr sz="857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232;p13">
            <a:extLst>
              <a:ext uri="{FF2B5EF4-FFF2-40B4-BE49-F238E27FC236}">
                <a16:creationId xmlns:a16="http://schemas.microsoft.com/office/drawing/2014/main" id="{C0E2A3E0-A60C-2F2C-E888-823BAB81D1AE}"/>
              </a:ext>
            </a:extLst>
          </p:cNvPr>
          <p:cNvSpPr/>
          <p:nvPr/>
        </p:nvSpPr>
        <p:spPr>
          <a:xfrm>
            <a:off x="292031" y="5431891"/>
            <a:ext cx="2595889" cy="3859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совершенствования лекарственной политики 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28" name="Google Shape;2232;p13">
            <a:extLst>
              <a:ext uri="{FF2B5EF4-FFF2-40B4-BE49-F238E27FC236}">
                <a16:creationId xmlns:a16="http://schemas.microsoft.com/office/drawing/2014/main" id="{5CA638A1-04C8-5B54-42E3-7419C76A2AA0}"/>
              </a:ext>
            </a:extLst>
          </p:cNvPr>
          <p:cNvSpPr/>
          <p:nvPr/>
        </p:nvSpPr>
        <p:spPr>
          <a:xfrm>
            <a:off x="3270504" y="2623062"/>
            <a:ext cx="2595889" cy="3859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медико-статистического анализа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29" name="Google Shape;2222;p13">
            <a:extLst>
              <a:ext uri="{FF2B5EF4-FFF2-40B4-BE49-F238E27FC236}">
                <a16:creationId xmlns:a16="http://schemas.microsoft.com/office/drawing/2014/main" id="{18C1247A-7D46-A29F-5433-988F2B4BA276}"/>
              </a:ext>
            </a:extLst>
          </p:cNvPr>
          <p:cNvSpPr/>
          <p:nvPr/>
        </p:nvSpPr>
        <p:spPr>
          <a:xfrm>
            <a:off x="3511455" y="3061410"/>
            <a:ext cx="2354937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статистического наблюдения и области здравоохранении</a:t>
            </a:r>
          </a:p>
        </p:txBody>
      </p:sp>
      <p:sp>
        <p:nvSpPr>
          <p:cNvPr id="30" name="Google Shape;2222;p13">
            <a:extLst>
              <a:ext uri="{FF2B5EF4-FFF2-40B4-BE49-F238E27FC236}">
                <a16:creationId xmlns:a16="http://schemas.microsoft.com/office/drawing/2014/main" id="{4AC27669-1AD2-50A3-C6E8-60DEB0AB9A13}"/>
              </a:ext>
            </a:extLst>
          </p:cNvPr>
          <p:cNvSpPr/>
          <p:nvPr/>
        </p:nvSpPr>
        <p:spPr>
          <a:xfrm>
            <a:off x="3511452" y="3365281"/>
            <a:ext cx="2354937" cy="26414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статистического учета и отчетности в области здравоохранения</a:t>
            </a:r>
          </a:p>
        </p:txBody>
      </p:sp>
      <p:sp>
        <p:nvSpPr>
          <p:cNvPr id="31" name="Google Shape;2232;p13">
            <a:extLst>
              <a:ext uri="{FF2B5EF4-FFF2-40B4-BE49-F238E27FC236}">
                <a16:creationId xmlns:a16="http://schemas.microsoft.com/office/drawing/2014/main" id="{5B63B1E5-87A2-1DB1-9568-A516F9998E45}"/>
              </a:ext>
            </a:extLst>
          </p:cNvPr>
          <p:cNvSpPr/>
          <p:nvPr/>
        </p:nvSpPr>
        <p:spPr>
          <a:xfrm>
            <a:off x="3270504" y="3725902"/>
            <a:ext cx="2595889" cy="3859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стандартов электронного здравоохранения</a:t>
            </a:r>
            <a:endParaRPr sz="10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32" name="Google Shape;2222;p13">
            <a:extLst>
              <a:ext uri="{FF2B5EF4-FFF2-40B4-BE49-F238E27FC236}">
                <a16:creationId xmlns:a16="http://schemas.microsoft.com/office/drawing/2014/main" id="{B952B498-0D1C-9A71-E594-E8EAB35E0AAD}"/>
              </a:ext>
            </a:extLst>
          </p:cNvPr>
          <p:cNvSpPr/>
          <p:nvPr/>
        </p:nvSpPr>
        <p:spPr>
          <a:xfrm>
            <a:off x="3511452" y="4154689"/>
            <a:ext cx="2354937" cy="39485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Управление совершенствования стандартов и регуляторной базы электронного здравоохранения </a:t>
            </a:r>
            <a:endParaRPr lang="ru-RU" sz="1714" kern="0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  <p:sp>
        <p:nvSpPr>
          <p:cNvPr id="33" name="Google Shape;2222;p13">
            <a:extLst>
              <a:ext uri="{FF2B5EF4-FFF2-40B4-BE49-F238E27FC236}">
                <a16:creationId xmlns:a16="http://schemas.microsoft.com/office/drawing/2014/main" id="{EA57202F-0063-5B11-64DC-158FD678541B}"/>
              </a:ext>
            </a:extLst>
          </p:cNvPr>
          <p:cNvSpPr/>
          <p:nvPr/>
        </p:nvSpPr>
        <p:spPr>
          <a:xfrm>
            <a:off x="3511451" y="4594895"/>
            <a:ext cx="2354937" cy="39485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5425" tIns="47700" rIns="95425" bIns="47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Управление </a:t>
            </a:r>
            <a:r>
              <a:rPr lang="kk-KZ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методологического сопровождения цифровизации здравоохранения</a:t>
            </a:r>
            <a:endParaRPr lang="ru-RU" sz="857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2232;p13">
            <a:extLst>
              <a:ext uri="{FF2B5EF4-FFF2-40B4-BE49-F238E27FC236}">
                <a16:creationId xmlns:a16="http://schemas.microsoft.com/office/drawing/2014/main" id="{8D5E9F24-451A-62DE-A158-8A300693B969}"/>
              </a:ext>
            </a:extLst>
          </p:cNvPr>
          <p:cNvSpPr/>
          <p:nvPr/>
        </p:nvSpPr>
        <p:spPr>
          <a:xfrm>
            <a:off x="3274172" y="5084596"/>
            <a:ext cx="2592217" cy="3859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аккредитации                          в здравоохранении</a:t>
            </a:r>
            <a:endParaRPr sz="1200" b="1" kern="0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36" name="Google Shape;2222;p13">
            <a:extLst>
              <a:ext uri="{FF2B5EF4-FFF2-40B4-BE49-F238E27FC236}">
                <a16:creationId xmlns:a16="http://schemas.microsoft.com/office/drawing/2014/main" id="{3B18AD5F-EF33-E095-82A1-5CF56F695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5000" y="4651802"/>
            <a:ext cx="2375705" cy="2894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Служба председателя Правления</a:t>
            </a:r>
            <a:endParaRPr lang="ru-RU" sz="1714" kern="0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  <p:sp>
        <p:nvSpPr>
          <p:cNvPr id="37" name="Google Shape;2222;p13">
            <a:extLst>
              <a:ext uri="{FF2B5EF4-FFF2-40B4-BE49-F238E27FC236}">
                <a16:creationId xmlns:a16="http://schemas.microsoft.com/office/drawing/2014/main" id="{3D20A10A-14C2-2612-9F17-203731136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381" y="4298679"/>
            <a:ext cx="2377324" cy="29987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95425" tIns="47700" rIns="95425" bIns="47700" numCol="1" anchor="ctr" anchorCtr="0" compatLnSpc="1">
            <a:prstTxWarp prst="textNoShape">
              <a:avLst/>
            </a:prstTxWarp>
          </a:bodyPr>
          <a:lstStyle/>
          <a:p>
            <a:pPr algn="ctr" defTabSz="836165" fontAlgn="base">
              <a:spcBef>
                <a:spcPts val="457"/>
              </a:spcBef>
              <a:spcAft>
                <a:spcPts val="457"/>
              </a:spcAft>
              <a:buClr>
                <a:srgbClr val="000000"/>
              </a:buClr>
            </a:pPr>
            <a:r>
              <a:rPr lang="ru-RU" sz="857" kern="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Arial"/>
              </a:rPr>
              <a:t>Группа по государственным закупкам</a:t>
            </a:r>
            <a:endParaRPr lang="ru-RU" sz="1714" kern="0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  <p:sp>
        <p:nvSpPr>
          <p:cNvPr id="38" name="Google Shape;2229;p13">
            <a:extLst>
              <a:ext uri="{FF2B5EF4-FFF2-40B4-BE49-F238E27FC236}">
                <a16:creationId xmlns:a16="http://schemas.microsoft.com/office/drawing/2014/main" id="{384D2D3D-892E-34A2-F744-2C81D6AB0800}"/>
              </a:ext>
            </a:extLst>
          </p:cNvPr>
          <p:cNvSpPr/>
          <p:nvPr/>
        </p:nvSpPr>
        <p:spPr>
          <a:xfrm>
            <a:off x="9201338" y="5037480"/>
            <a:ext cx="2594187" cy="37412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870898">
              <a:buClr>
                <a:srgbClr val="000000"/>
              </a:buClr>
            </a:pPr>
            <a:r>
              <a:rPr lang="ru-RU" sz="1200" b="1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Департамент юридического сопровождения</a:t>
            </a:r>
            <a:endParaRPr sz="1200" b="1" kern="0" dirty="0">
              <a:solidFill>
                <a:srgbClr val="FF0000"/>
              </a:solidFill>
              <a:latin typeface="Times New Roman"/>
              <a:cs typeface="Times New Roman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72260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34508</TotalTime>
  <Words>280</Words>
  <Application>Microsoft Office PowerPoint</Application>
  <PresentationFormat>Произвольный</PresentationFormat>
  <Paragraphs>65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1_Тема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Руслан М. Уримов</dc:creator>
  <cp:lastModifiedBy>Зарема С. Казангапова</cp:lastModifiedBy>
  <cp:revision>315</cp:revision>
  <cp:lastPrinted>2023-08-21T05:32:56Z</cp:lastPrinted>
  <dcterms:created xsi:type="dcterms:W3CDTF">2020-12-14T05:41:16Z</dcterms:created>
  <dcterms:modified xsi:type="dcterms:W3CDTF">2024-02-06T09:29:51Z</dcterms:modified>
</cp:coreProperties>
</file>